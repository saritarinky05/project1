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7.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8.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9.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10.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11.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1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2564" r:id="rId2"/>
    <p:sldId id="2562" r:id="rId3"/>
    <p:sldId id="2565" r:id="rId4"/>
    <p:sldId id="2588" r:id="rId5"/>
    <p:sldId id="2589" r:id="rId6"/>
    <p:sldId id="2567" r:id="rId7"/>
    <p:sldId id="2583" r:id="rId8"/>
    <p:sldId id="2584" r:id="rId9"/>
    <p:sldId id="2585" r:id="rId10"/>
    <p:sldId id="2586" r:id="rId11"/>
    <p:sldId id="2587" r:id="rId12"/>
    <p:sldId id="258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mprehensive Assessment of Bike Rental Patterns Influenced by Weather, Humidity, Hour, Temperature, and Windspeed" id="{23CEEB64-3B2D-41B0-8D49-8E15F9E60F56}">
          <p14:sldIdLst>
            <p14:sldId id="2564"/>
            <p14:sldId id="2562"/>
          </p14:sldIdLst>
        </p14:section>
        <p14:section name="Introduction to Bike Rental Systems" id="{E6647DD8-3228-4291-8F85-D9DF8E3E43BB}">
          <p14:sldIdLst>
            <p14:sldId id="2565"/>
            <p14:sldId id="2588"/>
            <p14:sldId id="2589"/>
          </p14:sldIdLst>
        </p14:section>
        <p14:section name="Weather Conditions and Their Impact on Bike Rentals" id="{96622637-7FA5-47E0-8DCF-66104D039E09}">
          <p14:sldIdLst>
            <p14:sldId id="2567"/>
            <p14:sldId id="2583"/>
            <p14:sldId id="2584"/>
            <p14:sldId id="2585"/>
            <p14:sldId id="2586"/>
            <p14:sldId id="2587"/>
          </p14:sldIdLst>
        </p14:section>
        <p14:section name="Conclusion" id="{8118B8A2-DD8F-4E0E-AA4D-966B57B41363}">
          <p14:sldIdLst>
            <p14:sldId id="2582"/>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4490E2-C162-42E0-AE1A-D391D2F233CC}" v="1193" dt="2025-10-23T18:00:35.8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72" y="29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cbda5c0254b87e85/Desktop/Sarita_AIML%20Sessions/NextHikes%20Internship/Project1/Merged%20Dataset.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d.docs.live.net/cbda5c0254b87e85/Desktop/Sarita_AIML%20Sessions/NextHikes%20Internship/Project1/Merged%20Dataset.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d.docs.live.net/cbda5c0254b87e85/Desktop/Sarita_AIML%20Sessions/NextHikes%20Internship/Project1/Merged%20Dataset.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https://d.docs.live.net/cbda5c0254b87e85/Desktop/Sarita_AIML%20Sessions/NextHikes%20Internship/Project1/Merged%20Dataset.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https://d.docs.live.net/cbda5c0254b87e85/Desktop/Sarita_AIML%20Sessions/NextHikes%20Internship/Project1/Merged%20Dataset.xlsx" TargetMode="External"/><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[Merged Dataset.xlsx]Bike Rental Summary Pivot!PivotTable2</c:name>
    <c:fmtId val="14"/>
  </c:pivotSource>
  <c:chart>
    <c:autoTitleDeleted val="1"/>
    <c:pivotFmts>
      <c:pivotFmt>
        <c:idx val="0"/>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'Bike Rental Summary Pivot'!$B$2</c:f>
              <c:strCache>
                <c:ptCount val="1"/>
                <c:pt idx="0">
                  <c:v>Total Count</c:v>
                </c:pt>
              </c:strCache>
            </c:strRef>
          </c:tx>
          <c:spPr>
            <a:solidFill>
              <a:schemeClr val="accent1"/>
            </a:solidFill>
            <a:ln>
              <a:noFill/>
            </a:ln>
            <a:effectLst/>
            <a:sp3d/>
          </c:spPr>
          <c:invertIfNegative val="0"/>
          <c:cat>
            <c:strRef>
              <c:f>'Bike Rental Summary Pivot'!$A$3:$A$7</c:f>
              <c:strCache>
                <c:ptCount val="4"/>
                <c:pt idx="0">
                  <c:v>Cloudy</c:v>
                </c:pt>
                <c:pt idx="1">
                  <c:v>Rainstorm</c:v>
                </c:pt>
                <c:pt idx="2">
                  <c:v>Sprinkle</c:v>
                </c:pt>
                <c:pt idx="3">
                  <c:v>Clear/ Sunny</c:v>
                </c:pt>
              </c:strCache>
            </c:strRef>
          </c:cat>
          <c:val>
            <c:numRef>
              <c:f>'Bike Rental Summary Pivot'!$B$3:$B$7</c:f>
              <c:numCache>
                <c:formatCode>General</c:formatCode>
                <c:ptCount val="4"/>
                <c:pt idx="0">
                  <c:v>309</c:v>
                </c:pt>
                <c:pt idx="1">
                  <c:v>1</c:v>
                </c:pt>
                <c:pt idx="2">
                  <c:v>84</c:v>
                </c:pt>
                <c:pt idx="3">
                  <c:v>606</c:v>
                </c:pt>
              </c:numCache>
            </c:numRef>
          </c:val>
          <c:shape val="pyramid"/>
          <c:extLst>
            <c:ext xmlns:c16="http://schemas.microsoft.com/office/drawing/2014/chart" uri="{C3380CC4-5D6E-409C-BE32-E72D297353CC}">
              <c16:uniqueId val="{00000000-819D-4BD0-8DDF-AC257952F203}"/>
            </c:ext>
          </c:extLst>
        </c:ser>
        <c:ser>
          <c:idx val="1"/>
          <c:order val="1"/>
          <c:tx>
            <c:strRef>
              <c:f>'Bike Rental Summary Pivot'!$C$2</c:f>
              <c:strCache>
                <c:ptCount val="1"/>
                <c:pt idx="0">
                  <c:v>casual </c:v>
                </c:pt>
              </c:strCache>
            </c:strRef>
          </c:tx>
          <c:spPr>
            <a:solidFill>
              <a:schemeClr val="accent2"/>
            </a:solidFill>
            <a:ln>
              <a:noFill/>
            </a:ln>
            <a:effectLst/>
            <a:sp3d/>
          </c:spPr>
          <c:invertIfNegative val="0"/>
          <c:cat>
            <c:strRef>
              <c:f>'Bike Rental Summary Pivot'!$A$3:$A$7</c:f>
              <c:strCache>
                <c:ptCount val="4"/>
                <c:pt idx="0">
                  <c:v>Cloudy</c:v>
                </c:pt>
                <c:pt idx="1">
                  <c:v>Rainstorm</c:v>
                </c:pt>
                <c:pt idx="2">
                  <c:v>Sprinkle</c:v>
                </c:pt>
                <c:pt idx="3">
                  <c:v>Clear/ Sunny</c:v>
                </c:pt>
              </c:strCache>
            </c:strRef>
          </c:cat>
          <c:val>
            <c:numRef>
              <c:f>'Bike Rental Summary Pivot'!$C$3:$C$7</c:f>
              <c:numCache>
                <c:formatCode>General</c:formatCode>
                <c:ptCount val="4"/>
                <c:pt idx="0">
                  <c:v>1538</c:v>
                </c:pt>
                <c:pt idx="1">
                  <c:v>1</c:v>
                </c:pt>
                <c:pt idx="2">
                  <c:v>171</c:v>
                </c:pt>
                <c:pt idx="3">
                  <c:v>3211</c:v>
                </c:pt>
              </c:numCache>
            </c:numRef>
          </c:val>
          <c:shape val="pyramid"/>
          <c:extLst>
            <c:ext xmlns:c16="http://schemas.microsoft.com/office/drawing/2014/chart" uri="{C3380CC4-5D6E-409C-BE32-E72D297353CC}">
              <c16:uniqueId val="{00000001-819D-4BD0-8DDF-AC257952F203}"/>
            </c:ext>
          </c:extLst>
        </c:ser>
        <c:ser>
          <c:idx val="2"/>
          <c:order val="2"/>
          <c:tx>
            <c:strRef>
              <c:f>'Bike Rental Summary Pivot'!$D$2</c:f>
              <c:strCache>
                <c:ptCount val="1"/>
                <c:pt idx="0">
                  <c:v>Registered </c:v>
                </c:pt>
              </c:strCache>
            </c:strRef>
          </c:tx>
          <c:spPr>
            <a:solidFill>
              <a:schemeClr val="accent3"/>
            </a:solidFill>
            <a:ln>
              <a:noFill/>
            </a:ln>
            <a:effectLst/>
            <a:sp3d/>
          </c:spPr>
          <c:invertIfNegative val="0"/>
          <c:cat>
            <c:strRef>
              <c:f>'Bike Rental Summary Pivot'!$A$3:$A$7</c:f>
              <c:strCache>
                <c:ptCount val="4"/>
                <c:pt idx="0">
                  <c:v>Cloudy</c:v>
                </c:pt>
                <c:pt idx="1">
                  <c:v>Rainstorm</c:v>
                </c:pt>
                <c:pt idx="2">
                  <c:v>Sprinkle</c:v>
                </c:pt>
                <c:pt idx="3">
                  <c:v>Clear/ Sunny</c:v>
                </c:pt>
              </c:strCache>
            </c:strRef>
          </c:cat>
          <c:val>
            <c:numRef>
              <c:f>'Bike Rental Summary Pivot'!$D$3:$D$7</c:f>
              <c:numCache>
                <c:formatCode>General</c:formatCode>
                <c:ptCount val="4"/>
                <c:pt idx="0">
                  <c:v>16568</c:v>
                </c:pt>
                <c:pt idx="1">
                  <c:v>35</c:v>
                </c:pt>
                <c:pt idx="2">
                  <c:v>2618</c:v>
                </c:pt>
                <c:pt idx="3">
                  <c:v>34162</c:v>
                </c:pt>
              </c:numCache>
            </c:numRef>
          </c:val>
          <c:shape val="pyramid"/>
          <c:extLst>
            <c:ext xmlns:c16="http://schemas.microsoft.com/office/drawing/2014/chart" uri="{C3380CC4-5D6E-409C-BE32-E72D297353CC}">
              <c16:uniqueId val="{00000002-819D-4BD0-8DDF-AC257952F203}"/>
            </c:ext>
          </c:extLst>
        </c:ser>
        <c:ser>
          <c:idx val="3"/>
          <c:order val="3"/>
          <c:tx>
            <c:strRef>
              <c:f>'Bike Rental Summary Pivot'!$E$2</c:f>
              <c:strCache>
                <c:ptCount val="1"/>
                <c:pt idx="0">
                  <c:v>Total Rented</c:v>
                </c:pt>
              </c:strCache>
            </c:strRef>
          </c:tx>
          <c:spPr>
            <a:solidFill>
              <a:schemeClr val="accent4"/>
            </a:solidFill>
            <a:ln>
              <a:noFill/>
            </a:ln>
            <a:effectLst/>
            <a:sp3d/>
          </c:spPr>
          <c:invertIfNegative val="0"/>
          <c:cat>
            <c:strRef>
              <c:f>'Bike Rental Summary Pivot'!$A$3:$A$7</c:f>
              <c:strCache>
                <c:ptCount val="4"/>
                <c:pt idx="0">
                  <c:v>Cloudy</c:v>
                </c:pt>
                <c:pt idx="1">
                  <c:v>Rainstorm</c:v>
                </c:pt>
                <c:pt idx="2">
                  <c:v>Sprinkle</c:v>
                </c:pt>
                <c:pt idx="3">
                  <c:v>Clear/ Sunny</c:v>
                </c:pt>
              </c:strCache>
            </c:strRef>
          </c:cat>
          <c:val>
            <c:numRef>
              <c:f>'Bike Rental Summary Pivot'!$E$3:$E$7</c:f>
              <c:numCache>
                <c:formatCode>General</c:formatCode>
                <c:ptCount val="4"/>
                <c:pt idx="0">
                  <c:v>18106</c:v>
                </c:pt>
                <c:pt idx="1">
                  <c:v>36</c:v>
                </c:pt>
                <c:pt idx="2">
                  <c:v>2789</c:v>
                </c:pt>
                <c:pt idx="3">
                  <c:v>37373</c:v>
                </c:pt>
              </c:numCache>
            </c:numRef>
          </c:val>
          <c:shape val="pyramid"/>
          <c:extLst>
            <c:ext xmlns:c16="http://schemas.microsoft.com/office/drawing/2014/chart" uri="{C3380CC4-5D6E-409C-BE32-E72D297353CC}">
              <c16:uniqueId val="{00000003-819D-4BD0-8DDF-AC257952F203}"/>
            </c:ext>
          </c:extLst>
        </c:ser>
        <c:dLbls>
          <c:showLegendKey val="0"/>
          <c:showVal val="0"/>
          <c:showCatName val="0"/>
          <c:showSerName val="0"/>
          <c:showPercent val="0"/>
          <c:showBubbleSize val="0"/>
        </c:dLbls>
        <c:gapWidth val="150"/>
        <c:shape val="box"/>
        <c:axId val="509262176"/>
        <c:axId val="509258336"/>
        <c:axId val="0"/>
      </c:bar3DChart>
      <c:catAx>
        <c:axId val="509262176"/>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09258336"/>
        <c:crosses val="autoZero"/>
        <c:auto val="1"/>
        <c:lblAlgn val="ctr"/>
        <c:lblOffset val="100"/>
        <c:noMultiLvlLbl val="0"/>
      </c:catAx>
      <c:valAx>
        <c:axId val="50925833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0926217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[Merged Dataset.xlsx]Bike Rental Summary Pivot!PivotTable4</c:name>
    <c:fmtId val="10"/>
  </c:pivotSource>
  <c:chart>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rgbClr val="0F9ED5"/>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'Bike Rental Summary Pivot'!$B$16</c:f>
              <c:strCache>
                <c:ptCount val="1"/>
                <c:pt idx="0">
                  <c:v>Total Count</c:v>
                </c:pt>
              </c:strCache>
            </c:strRef>
          </c:tx>
          <c:spPr>
            <a:solidFill>
              <a:schemeClr val="accent1"/>
            </a:solidFill>
            <a:ln>
              <a:noFill/>
            </a:ln>
            <a:effectLst/>
          </c:spPr>
          <c:invertIfNegative val="0"/>
          <c:cat>
            <c:multiLvlStrRef>
              <c:f>'Bike Rental Summary Pivot'!$A$17:$A$26</c:f>
              <c:multiLvlStrCache>
                <c:ptCount val="7"/>
                <c:lvl>
                  <c:pt idx="0">
                    <c:v>Monday</c:v>
                  </c:pt>
                  <c:pt idx="1">
                    <c:v>Tuesday</c:v>
                  </c:pt>
                  <c:pt idx="2">
                    <c:v>Wednesday</c:v>
                  </c:pt>
                  <c:pt idx="3">
                    <c:v>Thursday</c:v>
                  </c:pt>
                  <c:pt idx="4">
                    <c:v>Friday</c:v>
                  </c:pt>
                  <c:pt idx="5">
                    <c:v>Sunday</c:v>
                  </c:pt>
                  <c:pt idx="6">
                    <c:v>Saturday</c:v>
                  </c:pt>
                </c:lvl>
                <c:lvl>
                  <c:pt idx="0">
                    <c:v>Weekday</c:v>
                  </c:pt>
                  <c:pt idx="5">
                    <c:v>Weekend</c:v>
                  </c:pt>
                </c:lvl>
              </c:multiLvlStrCache>
            </c:multiLvlStrRef>
          </c:cat>
          <c:val>
            <c:numRef>
              <c:f>'Bike Rental Summary Pivot'!$B$17:$B$26</c:f>
              <c:numCache>
                <c:formatCode>General</c:formatCode>
                <c:ptCount val="7"/>
                <c:pt idx="0">
                  <c:v>149</c:v>
                </c:pt>
                <c:pt idx="1">
                  <c:v>127</c:v>
                </c:pt>
                <c:pt idx="2">
                  <c:v>131</c:v>
                </c:pt>
                <c:pt idx="3">
                  <c:v>125</c:v>
                </c:pt>
                <c:pt idx="4">
                  <c:v>138</c:v>
                </c:pt>
                <c:pt idx="5">
                  <c:v>164</c:v>
                </c:pt>
                <c:pt idx="6">
                  <c:v>166</c:v>
                </c:pt>
              </c:numCache>
            </c:numRef>
          </c:val>
          <c:extLst>
            <c:ext xmlns:c16="http://schemas.microsoft.com/office/drawing/2014/chart" uri="{C3380CC4-5D6E-409C-BE32-E72D297353CC}">
              <c16:uniqueId val="{00000000-5E73-4FF7-9BE1-A85A6270933F}"/>
            </c:ext>
          </c:extLst>
        </c:ser>
        <c:ser>
          <c:idx val="1"/>
          <c:order val="1"/>
          <c:tx>
            <c:strRef>
              <c:f>'Bike Rental Summary Pivot'!$C$16</c:f>
              <c:strCache>
                <c:ptCount val="1"/>
                <c:pt idx="0">
                  <c:v>Casual </c:v>
                </c:pt>
              </c:strCache>
            </c:strRef>
          </c:tx>
          <c:spPr>
            <a:solidFill>
              <a:schemeClr val="accent2"/>
            </a:solidFill>
            <a:ln>
              <a:noFill/>
            </a:ln>
            <a:effectLst/>
          </c:spPr>
          <c:invertIfNegative val="0"/>
          <c:cat>
            <c:multiLvlStrRef>
              <c:f>'Bike Rental Summary Pivot'!$A$17:$A$26</c:f>
              <c:multiLvlStrCache>
                <c:ptCount val="7"/>
                <c:lvl>
                  <c:pt idx="0">
                    <c:v>Monday</c:v>
                  </c:pt>
                  <c:pt idx="1">
                    <c:v>Tuesday</c:v>
                  </c:pt>
                  <c:pt idx="2">
                    <c:v>Wednesday</c:v>
                  </c:pt>
                  <c:pt idx="3">
                    <c:v>Thursday</c:v>
                  </c:pt>
                  <c:pt idx="4">
                    <c:v>Friday</c:v>
                  </c:pt>
                  <c:pt idx="5">
                    <c:v>Sunday</c:v>
                  </c:pt>
                  <c:pt idx="6">
                    <c:v>Saturday</c:v>
                  </c:pt>
                </c:lvl>
                <c:lvl>
                  <c:pt idx="0">
                    <c:v>Weekday</c:v>
                  </c:pt>
                  <c:pt idx="5">
                    <c:v>Weekend</c:v>
                  </c:pt>
                </c:lvl>
              </c:multiLvlStrCache>
            </c:multiLvlStrRef>
          </c:cat>
          <c:val>
            <c:numRef>
              <c:f>'Bike Rental Summary Pivot'!$C$17:$C$26</c:f>
              <c:numCache>
                <c:formatCode>General</c:formatCode>
                <c:ptCount val="7"/>
                <c:pt idx="0">
                  <c:v>534</c:v>
                </c:pt>
                <c:pt idx="1">
                  <c:v>457</c:v>
                </c:pt>
                <c:pt idx="2">
                  <c:v>344</c:v>
                </c:pt>
                <c:pt idx="3">
                  <c:v>332</c:v>
                </c:pt>
                <c:pt idx="4">
                  <c:v>552</c:v>
                </c:pt>
                <c:pt idx="5">
                  <c:v>1477</c:v>
                </c:pt>
                <c:pt idx="6">
                  <c:v>1225</c:v>
                </c:pt>
              </c:numCache>
            </c:numRef>
          </c:val>
          <c:extLst>
            <c:ext xmlns:c16="http://schemas.microsoft.com/office/drawing/2014/chart" uri="{C3380CC4-5D6E-409C-BE32-E72D297353CC}">
              <c16:uniqueId val="{00000001-5E73-4FF7-9BE1-A85A6270933F}"/>
            </c:ext>
          </c:extLst>
        </c:ser>
        <c:ser>
          <c:idx val="2"/>
          <c:order val="2"/>
          <c:tx>
            <c:strRef>
              <c:f>'Bike Rental Summary Pivot'!$D$16</c:f>
              <c:strCache>
                <c:ptCount val="1"/>
                <c:pt idx="0">
                  <c:v>Registered </c:v>
                </c:pt>
              </c:strCache>
            </c:strRef>
          </c:tx>
          <c:spPr>
            <a:solidFill>
              <a:schemeClr val="accent3"/>
            </a:solidFill>
            <a:ln>
              <a:noFill/>
            </a:ln>
            <a:effectLst/>
          </c:spPr>
          <c:invertIfNegative val="0"/>
          <c:cat>
            <c:multiLvlStrRef>
              <c:f>'Bike Rental Summary Pivot'!$A$17:$A$26</c:f>
              <c:multiLvlStrCache>
                <c:ptCount val="7"/>
                <c:lvl>
                  <c:pt idx="0">
                    <c:v>Monday</c:v>
                  </c:pt>
                  <c:pt idx="1">
                    <c:v>Tuesday</c:v>
                  </c:pt>
                  <c:pt idx="2">
                    <c:v>Wednesday</c:v>
                  </c:pt>
                  <c:pt idx="3">
                    <c:v>Thursday</c:v>
                  </c:pt>
                  <c:pt idx="4">
                    <c:v>Friday</c:v>
                  </c:pt>
                  <c:pt idx="5">
                    <c:v>Sunday</c:v>
                  </c:pt>
                  <c:pt idx="6">
                    <c:v>Saturday</c:v>
                  </c:pt>
                </c:lvl>
                <c:lvl>
                  <c:pt idx="0">
                    <c:v>Weekday</c:v>
                  </c:pt>
                  <c:pt idx="5">
                    <c:v>Weekend</c:v>
                  </c:pt>
                </c:lvl>
              </c:multiLvlStrCache>
            </c:multiLvlStrRef>
          </c:cat>
          <c:val>
            <c:numRef>
              <c:f>'Bike Rental Summary Pivot'!$D$17:$D$26</c:f>
              <c:numCache>
                <c:formatCode>General</c:formatCode>
                <c:ptCount val="7"/>
                <c:pt idx="0">
                  <c:v>7916</c:v>
                </c:pt>
                <c:pt idx="1">
                  <c:v>7926</c:v>
                </c:pt>
                <c:pt idx="2">
                  <c:v>7705</c:v>
                </c:pt>
                <c:pt idx="3">
                  <c:v>8126</c:v>
                </c:pt>
                <c:pt idx="4">
                  <c:v>8543</c:v>
                </c:pt>
                <c:pt idx="5">
                  <c:v>6644</c:v>
                </c:pt>
                <c:pt idx="6">
                  <c:v>6523</c:v>
                </c:pt>
              </c:numCache>
            </c:numRef>
          </c:val>
          <c:extLst>
            <c:ext xmlns:c16="http://schemas.microsoft.com/office/drawing/2014/chart" uri="{C3380CC4-5D6E-409C-BE32-E72D297353CC}">
              <c16:uniqueId val="{00000002-5E73-4FF7-9BE1-A85A6270933F}"/>
            </c:ext>
          </c:extLst>
        </c:ser>
        <c:ser>
          <c:idx val="3"/>
          <c:order val="3"/>
          <c:tx>
            <c:strRef>
              <c:f>'Bike Rental Summary Pivot'!$E$16</c:f>
              <c:strCache>
                <c:ptCount val="1"/>
                <c:pt idx="0">
                  <c:v>Total Rented</c:v>
                </c:pt>
              </c:strCache>
            </c:strRef>
          </c:tx>
          <c:spPr>
            <a:solidFill>
              <a:srgbClr val="0F9ED5"/>
            </a:solidFill>
            <a:ln>
              <a:noFill/>
            </a:ln>
            <a:effectLst/>
          </c:spPr>
          <c:invertIfNegative val="1"/>
          <c:cat>
            <c:multiLvlStrRef>
              <c:f>'Bike Rental Summary Pivot'!$A$17:$A$26</c:f>
              <c:multiLvlStrCache>
                <c:ptCount val="7"/>
                <c:lvl>
                  <c:pt idx="0">
                    <c:v>Monday</c:v>
                  </c:pt>
                  <c:pt idx="1">
                    <c:v>Tuesday</c:v>
                  </c:pt>
                  <c:pt idx="2">
                    <c:v>Wednesday</c:v>
                  </c:pt>
                  <c:pt idx="3">
                    <c:v>Thursday</c:v>
                  </c:pt>
                  <c:pt idx="4">
                    <c:v>Friday</c:v>
                  </c:pt>
                  <c:pt idx="5">
                    <c:v>Sunday</c:v>
                  </c:pt>
                  <c:pt idx="6">
                    <c:v>Saturday</c:v>
                  </c:pt>
                </c:lvl>
                <c:lvl>
                  <c:pt idx="0">
                    <c:v>Weekday</c:v>
                  </c:pt>
                  <c:pt idx="5">
                    <c:v>Weekend</c:v>
                  </c:pt>
                </c:lvl>
              </c:multiLvlStrCache>
            </c:multiLvlStrRef>
          </c:cat>
          <c:val>
            <c:numRef>
              <c:f>'Bike Rental Summary Pivot'!$E$17:$E$26</c:f>
              <c:numCache>
                <c:formatCode>General</c:formatCode>
                <c:ptCount val="7"/>
                <c:pt idx="0">
                  <c:v>8450</c:v>
                </c:pt>
                <c:pt idx="1">
                  <c:v>8383</c:v>
                </c:pt>
                <c:pt idx="2">
                  <c:v>8049</c:v>
                </c:pt>
                <c:pt idx="3">
                  <c:v>8458</c:v>
                </c:pt>
                <c:pt idx="4">
                  <c:v>9095</c:v>
                </c:pt>
                <c:pt idx="5">
                  <c:v>8121</c:v>
                </c:pt>
                <c:pt idx="6">
                  <c:v>7748</c:v>
                </c:pt>
              </c:numCache>
            </c:numRef>
          </c:val>
          <c:extLst>
            <c:ext xmlns:c14="http://schemas.microsoft.com/office/drawing/2007/8/2/chart" uri="{6F2FDCE9-48DA-4B69-8628-5D25D57E5C99}">
              <c14:invertSolidFillFmt>
                <c14:spPr xmlns:c14="http://schemas.microsoft.com/office/drawing/2007/8/2/chart">
                  <a:solidFill>
                    <a:srgbClr val="FFFFFF"/>
                  </a:solidFill>
                  <a:ln>
                    <a:noFill/>
                  </a:ln>
                  <a:effectLst/>
                </c14:spPr>
              </c14:invertSolidFillFmt>
            </c:ext>
            <c:ext xmlns:c16="http://schemas.microsoft.com/office/drawing/2014/chart" uri="{C3380CC4-5D6E-409C-BE32-E72D297353CC}">
              <c16:uniqueId val="{00000003-5E73-4FF7-9BE1-A85A6270933F}"/>
            </c:ext>
          </c:extLst>
        </c:ser>
        <c:dLbls>
          <c:showLegendKey val="0"/>
          <c:showVal val="0"/>
          <c:showCatName val="0"/>
          <c:showSerName val="0"/>
          <c:showPercent val="0"/>
          <c:showBubbleSize val="0"/>
        </c:dLbls>
        <c:gapWidth val="200"/>
        <c:axId val="359922848"/>
        <c:axId val="359916608"/>
      </c:barChart>
      <c:catAx>
        <c:axId val="359922848"/>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359916608"/>
        <c:crosses val="autoZero"/>
        <c:auto val="1"/>
        <c:lblAlgn val="ctr"/>
        <c:lblOffset val="100"/>
        <c:noMultiLvlLbl val="0"/>
      </c:catAx>
      <c:valAx>
        <c:axId val="359916608"/>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35992284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tx1"/>
          </a:solidFill>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[Merged Dataset.xlsx]Bike Rental Summary Pivot!PivotTable6</c:name>
    <c:fmtId val="10"/>
  </c:pivotSource>
  <c:chart>
    <c:autoTitleDeleted val="0"/>
    <c:pivotFmts>
      <c:pivotFmt>
        <c:idx val="0"/>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circle"/>
          <c:size val="5"/>
          <c:spPr>
            <a:solidFill>
              <a:schemeClr val="accent2"/>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circle"/>
          <c:size val="5"/>
          <c:spPr>
            <a:solidFill>
              <a:schemeClr val="accent3"/>
            </a:solidFill>
            <a:ln w="9525">
              <a:solidFill>
                <a:schemeClr val="accent3"/>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circle"/>
          <c:size val="5"/>
          <c:spPr>
            <a:solidFill>
              <a:schemeClr val="accent4"/>
            </a:solidFill>
            <a:ln w="9525">
              <a:solidFill>
                <a:schemeClr val="accent4"/>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round/>
          </a:ln>
          <a:effectLst/>
        </c:spPr>
        <c:marker>
          <c:symbol val="circle"/>
          <c:size val="5"/>
          <c:spPr>
            <a:solidFill>
              <a:schemeClr val="accent2"/>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chemeClr val="accent1"/>
            </a:solidFill>
            <a:round/>
          </a:ln>
          <a:effectLst/>
        </c:spPr>
        <c:marker>
          <c:symbol val="circle"/>
          <c:size val="5"/>
          <c:spPr>
            <a:solidFill>
              <a:schemeClr val="accent3"/>
            </a:solidFill>
            <a:ln w="9525">
              <a:solidFill>
                <a:schemeClr val="accent3"/>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chemeClr val="accent1"/>
            </a:solidFill>
            <a:round/>
          </a:ln>
          <a:effectLst/>
        </c:spPr>
        <c:marker>
          <c:symbol val="circle"/>
          <c:size val="5"/>
          <c:spPr>
            <a:solidFill>
              <a:schemeClr val="accent4"/>
            </a:solidFill>
            <a:ln w="9525">
              <a:solidFill>
                <a:schemeClr val="accent4"/>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chemeClr val="accent1"/>
            </a:solidFill>
            <a:round/>
          </a:ln>
          <a:effectLst/>
        </c:spPr>
        <c:marker>
          <c:symbol val="circle"/>
          <c:size val="5"/>
          <c:spPr>
            <a:solidFill>
              <a:schemeClr val="accent2"/>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chemeClr val="accent1"/>
            </a:solidFill>
            <a:round/>
          </a:ln>
          <a:effectLst/>
        </c:spPr>
        <c:marker>
          <c:symbol val="circle"/>
          <c:size val="5"/>
          <c:spPr>
            <a:solidFill>
              <a:schemeClr val="accent3"/>
            </a:solidFill>
            <a:ln w="9525">
              <a:solidFill>
                <a:schemeClr val="accent3"/>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chemeClr val="accent1"/>
            </a:solidFill>
            <a:round/>
          </a:ln>
          <a:effectLst/>
        </c:spPr>
        <c:marker>
          <c:symbol val="circle"/>
          <c:size val="5"/>
          <c:spPr>
            <a:solidFill>
              <a:schemeClr val="accent4"/>
            </a:solidFill>
            <a:ln w="9525">
              <a:solidFill>
                <a:schemeClr val="accent4"/>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'Bike Rental Summary Pivot'!$B$32</c:f>
              <c:strCache>
                <c:ptCount val="1"/>
                <c:pt idx="0">
                  <c:v>Total Count</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multiLvlStrRef>
              <c:f>'Bike Rental Summary Pivot'!$A$33:$A$61</c:f>
              <c:multiLvlStrCache>
                <c:ptCount val="24"/>
                <c:lvl>
                  <c:pt idx="0">
                    <c:v>0</c:v>
                  </c:pt>
                  <c:pt idx="1">
                    <c:v>1</c:v>
                  </c:pt>
                  <c:pt idx="2">
                    <c:v>2</c:v>
                  </c:pt>
                  <c:pt idx="3">
                    <c:v>3</c:v>
                  </c:pt>
                  <c:pt idx="4">
                    <c:v>4</c:v>
                  </c:pt>
                  <c:pt idx="5">
                    <c:v>23</c:v>
                  </c:pt>
                  <c:pt idx="6">
                    <c:v>5</c:v>
                  </c:pt>
                  <c:pt idx="7">
                    <c:v>6</c:v>
                  </c:pt>
                  <c:pt idx="8">
                    <c:v>7</c:v>
                  </c:pt>
                  <c:pt idx="9">
                    <c:v>8</c:v>
                  </c:pt>
                  <c:pt idx="10">
                    <c:v>9</c:v>
                  </c:pt>
                  <c:pt idx="11">
                    <c:v>10</c:v>
                  </c:pt>
                  <c:pt idx="12">
                    <c:v>11</c:v>
                  </c:pt>
                  <c:pt idx="13">
                    <c:v>12</c:v>
                  </c:pt>
                  <c:pt idx="14">
                    <c:v>13</c:v>
                  </c:pt>
                  <c:pt idx="15">
                    <c:v>14</c:v>
                  </c:pt>
                  <c:pt idx="16">
                    <c:v>15</c:v>
                  </c:pt>
                  <c:pt idx="17">
                    <c:v>16</c:v>
                  </c:pt>
                  <c:pt idx="18">
                    <c:v>17</c:v>
                  </c:pt>
                  <c:pt idx="19">
                    <c:v>18</c:v>
                  </c:pt>
                  <c:pt idx="20">
                    <c:v>19</c:v>
                  </c:pt>
                  <c:pt idx="21">
                    <c:v>20</c:v>
                  </c:pt>
                  <c:pt idx="22">
                    <c:v>21</c:v>
                  </c:pt>
                  <c:pt idx="23">
                    <c:v>22</c:v>
                  </c:pt>
                </c:lvl>
                <c:lvl>
                  <c:pt idx="0">
                    <c:v>Off-Peak</c:v>
                  </c:pt>
                  <c:pt idx="6">
                    <c:v>Morning Rush</c:v>
                  </c:pt>
                  <c:pt idx="13">
                    <c:v>Less-Rush</c:v>
                  </c:pt>
                  <c:pt idx="17">
                    <c:v>Evening Rush</c:v>
                  </c:pt>
                </c:lvl>
              </c:multiLvlStrCache>
            </c:multiLvlStrRef>
          </c:cat>
          <c:val>
            <c:numRef>
              <c:f>'Bike Rental Summary Pivot'!$B$33:$B$61</c:f>
              <c:numCache>
                <c:formatCode>General</c:formatCode>
                <c:ptCount val="24"/>
                <c:pt idx="0">
                  <c:v>43</c:v>
                </c:pt>
                <c:pt idx="1">
                  <c:v>43</c:v>
                </c:pt>
                <c:pt idx="2">
                  <c:v>41</c:v>
                </c:pt>
                <c:pt idx="3">
                  <c:v>31</c:v>
                </c:pt>
                <c:pt idx="4">
                  <c:v>32</c:v>
                </c:pt>
                <c:pt idx="5">
                  <c:v>43</c:v>
                </c:pt>
                <c:pt idx="6">
                  <c:v>39</c:v>
                </c:pt>
                <c:pt idx="7">
                  <c:v>42</c:v>
                </c:pt>
                <c:pt idx="8">
                  <c:v>43</c:v>
                </c:pt>
                <c:pt idx="9">
                  <c:v>42</c:v>
                </c:pt>
                <c:pt idx="10">
                  <c:v>42</c:v>
                </c:pt>
                <c:pt idx="11">
                  <c:v>42</c:v>
                </c:pt>
                <c:pt idx="12">
                  <c:v>42</c:v>
                </c:pt>
                <c:pt idx="13">
                  <c:v>43</c:v>
                </c:pt>
                <c:pt idx="14">
                  <c:v>43</c:v>
                </c:pt>
                <c:pt idx="15">
                  <c:v>43</c:v>
                </c:pt>
                <c:pt idx="16">
                  <c:v>43</c:v>
                </c:pt>
                <c:pt idx="17">
                  <c:v>44</c:v>
                </c:pt>
                <c:pt idx="18">
                  <c:v>44</c:v>
                </c:pt>
                <c:pt idx="19">
                  <c:v>43</c:v>
                </c:pt>
                <c:pt idx="20">
                  <c:v>43</c:v>
                </c:pt>
                <c:pt idx="21">
                  <c:v>43</c:v>
                </c:pt>
                <c:pt idx="22">
                  <c:v>43</c:v>
                </c:pt>
                <c:pt idx="23">
                  <c:v>43</c:v>
                </c:pt>
              </c:numCache>
            </c:numRef>
          </c:val>
          <c:smooth val="0"/>
          <c:extLst>
            <c:ext xmlns:c16="http://schemas.microsoft.com/office/drawing/2014/chart" uri="{C3380CC4-5D6E-409C-BE32-E72D297353CC}">
              <c16:uniqueId val="{00000000-628D-473E-B39F-30E3E81C60B9}"/>
            </c:ext>
          </c:extLst>
        </c:ser>
        <c:ser>
          <c:idx val="1"/>
          <c:order val="1"/>
          <c:tx>
            <c:strRef>
              <c:f>'Bike Rental Summary Pivot'!$C$32</c:f>
              <c:strCache>
                <c:ptCount val="1"/>
                <c:pt idx="0">
                  <c:v>Casual </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multiLvlStrRef>
              <c:f>'Bike Rental Summary Pivot'!$A$33:$A$61</c:f>
              <c:multiLvlStrCache>
                <c:ptCount val="24"/>
                <c:lvl>
                  <c:pt idx="0">
                    <c:v>0</c:v>
                  </c:pt>
                  <c:pt idx="1">
                    <c:v>1</c:v>
                  </c:pt>
                  <c:pt idx="2">
                    <c:v>2</c:v>
                  </c:pt>
                  <c:pt idx="3">
                    <c:v>3</c:v>
                  </c:pt>
                  <c:pt idx="4">
                    <c:v>4</c:v>
                  </c:pt>
                  <c:pt idx="5">
                    <c:v>23</c:v>
                  </c:pt>
                  <c:pt idx="6">
                    <c:v>5</c:v>
                  </c:pt>
                  <c:pt idx="7">
                    <c:v>6</c:v>
                  </c:pt>
                  <c:pt idx="8">
                    <c:v>7</c:v>
                  </c:pt>
                  <c:pt idx="9">
                    <c:v>8</c:v>
                  </c:pt>
                  <c:pt idx="10">
                    <c:v>9</c:v>
                  </c:pt>
                  <c:pt idx="11">
                    <c:v>10</c:v>
                  </c:pt>
                  <c:pt idx="12">
                    <c:v>11</c:v>
                  </c:pt>
                  <c:pt idx="13">
                    <c:v>12</c:v>
                  </c:pt>
                  <c:pt idx="14">
                    <c:v>13</c:v>
                  </c:pt>
                  <c:pt idx="15">
                    <c:v>14</c:v>
                  </c:pt>
                  <c:pt idx="16">
                    <c:v>15</c:v>
                  </c:pt>
                  <c:pt idx="17">
                    <c:v>16</c:v>
                  </c:pt>
                  <c:pt idx="18">
                    <c:v>17</c:v>
                  </c:pt>
                  <c:pt idx="19">
                    <c:v>18</c:v>
                  </c:pt>
                  <c:pt idx="20">
                    <c:v>19</c:v>
                  </c:pt>
                  <c:pt idx="21">
                    <c:v>20</c:v>
                  </c:pt>
                  <c:pt idx="22">
                    <c:v>21</c:v>
                  </c:pt>
                  <c:pt idx="23">
                    <c:v>22</c:v>
                  </c:pt>
                </c:lvl>
                <c:lvl>
                  <c:pt idx="0">
                    <c:v>Off-Peak</c:v>
                  </c:pt>
                  <c:pt idx="6">
                    <c:v>Morning Rush</c:v>
                  </c:pt>
                  <c:pt idx="13">
                    <c:v>Less-Rush</c:v>
                  </c:pt>
                  <c:pt idx="17">
                    <c:v>Evening Rush</c:v>
                  </c:pt>
                </c:lvl>
              </c:multiLvlStrCache>
            </c:multiLvlStrRef>
          </c:cat>
          <c:val>
            <c:numRef>
              <c:f>'Bike Rental Summary Pivot'!$C$33:$C$61</c:f>
              <c:numCache>
                <c:formatCode>General</c:formatCode>
                <c:ptCount val="24"/>
                <c:pt idx="0">
                  <c:v>74</c:v>
                </c:pt>
                <c:pt idx="1">
                  <c:v>48</c:v>
                </c:pt>
                <c:pt idx="2">
                  <c:v>33</c:v>
                </c:pt>
                <c:pt idx="3">
                  <c:v>34</c:v>
                </c:pt>
                <c:pt idx="4">
                  <c:v>7</c:v>
                </c:pt>
                <c:pt idx="5">
                  <c:v>101</c:v>
                </c:pt>
                <c:pt idx="6">
                  <c:v>3</c:v>
                </c:pt>
                <c:pt idx="7">
                  <c:v>21</c:v>
                </c:pt>
                <c:pt idx="8">
                  <c:v>64</c:v>
                </c:pt>
                <c:pt idx="9">
                  <c:v>127</c:v>
                </c:pt>
                <c:pt idx="10">
                  <c:v>172</c:v>
                </c:pt>
                <c:pt idx="11">
                  <c:v>216</c:v>
                </c:pt>
                <c:pt idx="12">
                  <c:v>367</c:v>
                </c:pt>
                <c:pt idx="13">
                  <c:v>482</c:v>
                </c:pt>
                <c:pt idx="14">
                  <c:v>513</c:v>
                </c:pt>
                <c:pt idx="15">
                  <c:v>466</c:v>
                </c:pt>
                <c:pt idx="16">
                  <c:v>536</c:v>
                </c:pt>
                <c:pt idx="17">
                  <c:v>493</c:v>
                </c:pt>
                <c:pt idx="18">
                  <c:v>395</c:v>
                </c:pt>
                <c:pt idx="19">
                  <c:v>222</c:v>
                </c:pt>
                <c:pt idx="20">
                  <c:v>187</c:v>
                </c:pt>
                <c:pt idx="21">
                  <c:v>140</c:v>
                </c:pt>
                <c:pt idx="22">
                  <c:v>117</c:v>
                </c:pt>
                <c:pt idx="23">
                  <c:v>103</c:v>
                </c:pt>
              </c:numCache>
            </c:numRef>
          </c:val>
          <c:smooth val="0"/>
          <c:extLst>
            <c:ext xmlns:c16="http://schemas.microsoft.com/office/drawing/2014/chart" uri="{C3380CC4-5D6E-409C-BE32-E72D297353CC}">
              <c16:uniqueId val="{00000001-628D-473E-B39F-30E3E81C60B9}"/>
            </c:ext>
          </c:extLst>
        </c:ser>
        <c:ser>
          <c:idx val="2"/>
          <c:order val="2"/>
          <c:tx>
            <c:strRef>
              <c:f>'Bike Rental Summary Pivot'!$D$32</c:f>
              <c:strCache>
                <c:ptCount val="1"/>
                <c:pt idx="0">
                  <c:v>Registered </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multiLvlStrRef>
              <c:f>'Bike Rental Summary Pivot'!$A$33:$A$61</c:f>
              <c:multiLvlStrCache>
                <c:ptCount val="24"/>
                <c:lvl>
                  <c:pt idx="0">
                    <c:v>0</c:v>
                  </c:pt>
                  <c:pt idx="1">
                    <c:v>1</c:v>
                  </c:pt>
                  <c:pt idx="2">
                    <c:v>2</c:v>
                  </c:pt>
                  <c:pt idx="3">
                    <c:v>3</c:v>
                  </c:pt>
                  <c:pt idx="4">
                    <c:v>4</c:v>
                  </c:pt>
                  <c:pt idx="5">
                    <c:v>23</c:v>
                  </c:pt>
                  <c:pt idx="6">
                    <c:v>5</c:v>
                  </c:pt>
                  <c:pt idx="7">
                    <c:v>6</c:v>
                  </c:pt>
                  <c:pt idx="8">
                    <c:v>7</c:v>
                  </c:pt>
                  <c:pt idx="9">
                    <c:v>8</c:v>
                  </c:pt>
                  <c:pt idx="10">
                    <c:v>9</c:v>
                  </c:pt>
                  <c:pt idx="11">
                    <c:v>10</c:v>
                  </c:pt>
                  <c:pt idx="12">
                    <c:v>11</c:v>
                  </c:pt>
                  <c:pt idx="13">
                    <c:v>12</c:v>
                  </c:pt>
                  <c:pt idx="14">
                    <c:v>13</c:v>
                  </c:pt>
                  <c:pt idx="15">
                    <c:v>14</c:v>
                  </c:pt>
                  <c:pt idx="16">
                    <c:v>15</c:v>
                  </c:pt>
                  <c:pt idx="17">
                    <c:v>16</c:v>
                  </c:pt>
                  <c:pt idx="18">
                    <c:v>17</c:v>
                  </c:pt>
                  <c:pt idx="19">
                    <c:v>18</c:v>
                  </c:pt>
                  <c:pt idx="20">
                    <c:v>19</c:v>
                  </c:pt>
                  <c:pt idx="21">
                    <c:v>20</c:v>
                  </c:pt>
                  <c:pt idx="22">
                    <c:v>21</c:v>
                  </c:pt>
                  <c:pt idx="23">
                    <c:v>22</c:v>
                  </c:pt>
                </c:lvl>
                <c:lvl>
                  <c:pt idx="0">
                    <c:v>Off-Peak</c:v>
                  </c:pt>
                  <c:pt idx="6">
                    <c:v>Morning Rush</c:v>
                  </c:pt>
                  <c:pt idx="13">
                    <c:v>Less-Rush</c:v>
                  </c:pt>
                  <c:pt idx="17">
                    <c:v>Evening Rush</c:v>
                  </c:pt>
                </c:lvl>
              </c:multiLvlStrCache>
            </c:multiLvlStrRef>
          </c:cat>
          <c:val>
            <c:numRef>
              <c:f>'Bike Rental Summary Pivot'!$D$33:$D$61</c:f>
              <c:numCache>
                <c:formatCode>General</c:formatCode>
                <c:ptCount val="24"/>
                <c:pt idx="0">
                  <c:v>629</c:v>
                </c:pt>
                <c:pt idx="1">
                  <c:v>412</c:v>
                </c:pt>
                <c:pt idx="2">
                  <c:v>261</c:v>
                </c:pt>
                <c:pt idx="3">
                  <c:v>117</c:v>
                </c:pt>
                <c:pt idx="4">
                  <c:v>62</c:v>
                </c:pt>
                <c:pt idx="5">
                  <c:v>982</c:v>
                </c:pt>
                <c:pt idx="6">
                  <c:v>161</c:v>
                </c:pt>
                <c:pt idx="7">
                  <c:v>801</c:v>
                </c:pt>
                <c:pt idx="8">
                  <c:v>2275</c:v>
                </c:pt>
                <c:pt idx="9">
                  <c:v>5261</c:v>
                </c:pt>
                <c:pt idx="10">
                  <c:v>3500</c:v>
                </c:pt>
                <c:pt idx="11">
                  <c:v>2037</c:v>
                </c:pt>
                <c:pt idx="12">
                  <c:v>2127</c:v>
                </c:pt>
                <c:pt idx="13">
                  <c:v>2801</c:v>
                </c:pt>
                <c:pt idx="14">
                  <c:v>2863</c:v>
                </c:pt>
                <c:pt idx="15">
                  <c:v>2734</c:v>
                </c:pt>
                <c:pt idx="16">
                  <c:v>2816</c:v>
                </c:pt>
                <c:pt idx="17">
                  <c:v>3435</c:v>
                </c:pt>
                <c:pt idx="18">
                  <c:v>5774</c:v>
                </c:pt>
                <c:pt idx="19">
                  <c:v>5061</c:v>
                </c:pt>
                <c:pt idx="20">
                  <c:v>3474</c:v>
                </c:pt>
                <c:pt idx="21">
                  <c:v>2516</c:v>
                </c:pt>
                <c:pt idx="22">
                  <c:v>1879</c:v>
                </c:pt>
                <c:pt idx="23">
                  <c:v>1405</c:v>
                </c:pt>
              </c:numCache>
            </c:numRef>
          </c:val>
          <c:smooth val="0"/>
          <c:extLst>
            <c:ext xmlns:c16="http://schemas.microsoft.com/office/drawing/2014/chart" uri="{C3380CC4-5D6E-409C-BE32-E72D297353CC}">
              <c16:uniqueId val="{00000002-628D-473E-B39F-30E3E81C60B9}"/>
            </c:ext>
          </c:extLst>
        </c:ser>
        <c:ser>
          <c:idx val="3"/>
          <c:order val="3"/>
          <c:tx>
            <c:strRef>
              <c:f>'Bike Rental Summary Pivot'!$E$32</c:f>
              <c:strCache>
                <c:ptCount val="1"/>
                <c:pt idx="0">
                  <c:v>Total Rented</c:v>
                </c:pt>
              </c:strCache>
            </c:strRef>
          </c:tx>
          <c:spPr>
            <a:ln w="28575" cap="rnd">
              <a:solidFill>
                <a:schemeClr val="accent4"/>
              </a:solidFill>
              <a:round/>
            </a:ln>
            <a:effectLst/>
          </c:spPr>
          <c:marker>
            <c:symbol val="circle"/>
            <c:size val="5"/>
            <c:spPr>
              <a:solidFill>
                <a:schemeClr val="accent4"/>
              </a:solidFill>
              <a:ln w="9525">
                <a:solidFill>
                  <a:schemeClr val="accent4"/>
                </a:solidFill>
              </a:ln>
              <a:effectLst/>
            </c:spPr>
          </c:marker>
          <c:cat>
            <c:multiLvlStrRef>
              <c:f>'Bike Rental Summary Pivot'!$A$33:$A$61</c:f>
              <c:multiLvlStrCache>
                <c:ptCount val="24"/>
                <c:lvl>
                  <c:pt idx="0">
                    <c:v>0</c:v>
                  </c:pt>
                  <c:pt idx="1">
                    <c:v>1</c:v>
                  </c:pt>
                  <c:pt idx="2">
                    <c:v>2</c:v>
                  </c:pt>
                  <c:pt idx="3">
                    <c:v>3</c:v>
                  </c:pt>
                  <c:pt idx="4">
                    <c:v>4</c:v>
                  </c:pt>
                  <c:pt idx="5">
                    <c:v>23</c:v>
                  </c:pt>
                  <c:pt idx="6">
                    <c:v>5</c:v>
                  </c:pt>
                  <c:pt idx="7">
                    <c:v>6</c:v>
                  </c:pt>
                  <c:pt idx="8">
                    <c:v>7</c:v>
                  </c:pt>
                  <c:pt idx="9">
                    <c:v>8</c:v>
                  </c:pt>
                  <c:pt idx="10">
                    <c:v>9</c:v>
                  </c:pt>
                  <c:pt idx="11">
                    <c:v>10</c:v>
                  </c:pt>
                  <c:pt idx="12">
                    <c:v>11</c:v>
                  </c:pt>
                  <c:pt idx="13">
                    <c:v>12</c:v>
                  </c:pt>
                  <c:pt idx="14">
                    <c:v>13</c:v>
                  </c:pt>
                  <c:pt idx="15">
                    <c:v>14</c:v>
                  </c:pt>
                  <c:pt idx="16">
                    <c:v>15</c:v>
                  </c:pt>
                  <c:pt idx="17">
                    <c:v>16</c:v>
                  </c:pt>
                  <c:pt idx="18">
                    <c:v>17</c:v>
                  </c:pt>
                  <c:pt idx="19">
                    <c:v>18</c:v>
                  </c:pt>
                  <c:pt idx="20">
                    <c:v>19</c:v>
                  </c:pt>
                  <c:pt idx="21">
                    <c:v>20</c:v>
                  </c:pt>
                  <c:pt idx="22">
                    <c:v>21</c:v>
                  </c:pt>
                  <c:pt idx="23">
                    <c:v>22</c:v>
                  </c:pt>
                </c:lvl>
                <c:lvl>
                  <c:pt idx="0">
                    <c:v>Off-Peak</c:v>
                  </c:pt>
                  <c:pt idx="6">
                    <c:v>Morning Rush</c:v>
                  </c:pt>
                  <c:pt idx="13">
                    <c:v>Less-Rush</c:v>
                  </c:pt>
                  <c:pt idx="17">
                    <c:v>Evening Rush</c:v>
                  </c:pt>
                </c:lvl>
              </c:multiLvlStrCache>
            </c:multiLvlStrRef>
          </c:cat>
          <c:val>
            <c:numRef>
              <c:f>'Bike Rental Summary Pivot'!$E$33:$E$61</c:f>
              <c:numCache>
                <c:formatCode>General</c:formatCode>
                <c:ptCount val="24"/>
                <c:pt idx="0">
                  <c:v>703</c:v>
                </c:pt>
                <c:pt idx="1">
                  <c:v>460</c:v>
                </c:pt>
                <c:pt idx="2">
                  <c:v>294</c:v>
                </c:pt>
                <c:pt idx="3">
                  <c:v>151</c:v>
                </c:pt>
                <c:pt idx="4">
                  <c:v>69</c:v>
                </c:pt>
                <c:pt idx="5">
                  <c:v>1083</c:v>
                </c:pt>
                <c:pt idx="6">
                  <c:v>164</c:v>
                </c:pt>
                <c:pt idx="7">
                  <c:v>822</c:v>
                </c:pt>
                <c:pt idx="8">
                  <c:v>2339</c:v>
                </c:pt>
                <c:pt idx="9">
                  <c:v>5388</c:v>
                </c:pt>
                <c:pt idx="10">
                  <c:v>3672</c:v>
                </c:pt>
                <c:pt idx="11">
                  <c:v>2253</c:v>
                </c:pt>
                <c:pt idx="12">
                  <c:v>2494</c:v>
                </c:pt>
                <c:pt idx="13">
                  <c:v>3283</c:v>
                </c:pt>
                <c:pt idx="14">
                  <c:v>3376</c:v>
                </c:pt>
                <c:pt idx="15">
                  <c:v>3200</c:v>
                </c:pt>
                <c:pt idx="16">
                  <c:v>3352</c:v>
                </c:pt>
                <c:pt idx="17">
                  <c:v>3928</c:v>
                </c:pt>
                <c:pt idx="18">
                  <c:v>6169</c:v>
                </c:pt>
                <c:pt idx="19">
                  <c:v>5283</c:v>
                </c:pt>
                <c:pt idx="20">
                  <c:v>3661</c:v>
                </c:pt>
                <c:pt idx="21">
                  <c:v>2656</c:v>
                </c:pt>
                <c:pt idx="22">
                  <c:v>1996</c:v>
                </c:pt>
                <c:pt idx="23">
                  <c:v>1508</c:v>
                </c:pt>
              </c:numCache>
            </c:numRef>
          </c:val>
          <c:smooth val="0"/>
          <c:extLst>
            <c:ext xmlns:c16="http://schemas.microsoft.com/office/drawing/2014/chart" uri="{C3380CC4-5D6E-409C-BE32-E72D297353CC}">
              <c16:uniqueId val="{00000003-628D-473E-B39F-30E3E81C60B9}"/>
            </c:ext>
          </c:extLst>
        </c:ser>
        <c:dLbls>
          <c:showLegendKey val="0"/>
          <c:showVal val="0"/>
          <c:showCatName val="0"/>
          <c:showSerName val="0"/>
          <c:showPercent val="0"/>
          <c:showBubbleSize val="0"/>
        </c:dLbls>
        <c:marker val="1"/>
        <c:smooth val="0"/>
        <c:axId val="724713920"/>
        <c:axId val="724724000"/>
      </c:lineChart>
      <c:catAx>
        <c:axId val="7247139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24724000"/>
        <c:crosses val="autoZero"/>
        <c:auto val="1"/>
        <c:lblAlgn val="ctr"/>
        <c:lblOffset val="100"/>
        <c:noMultiLvlLbl val="0"/>
      </c:catAx>
      <c:valAx>
        <c:axId val="72472400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2471392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[Merged Dataset.xlsx]Bike Rental Summary Pivot!PivotTable8</c:name>
    <c:fmtId val="22"/>
  </c:pivotSource>
  <c:chart>
    <c:autoTitleDeleted val="0"/>
    <c:pivotFmts>
      <c:pivotFmt>
        <c:idx val="0"/>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view3D>
      <c:rotX val="15"/>
      <c:rotY val="2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7.6073374791029616E-2"/>
          <c:y val="5.6419292048946384E-2"/>
          <c:w val="0.6672475313884012"/>
          <c:h val="0.85223237230308269"/>
        </c:manualLayout>
      </c:layout>
      <c:area3DChart>
        <c:grouping val="standard"/>
        <c:varyColors val="0"/>
        <c:ser>
          <c:idx val="0"/>
          <c:order val="0"/>
          <c:tx>
            <c:strRef>
              <c:f>'Bike Rental Summary Pivot'!$B$68</c:f>
              <c:strCache>
                <c:ptCount val="1"/>
                <c:pt idx="0">
                  <c:v>Total Count</c:v>
                </c:pt>
              </c:strCache>
            </c:strRef>
          </c:tx>
          <c:spPr>
            <a:solidFill>
              <a:schemeClr val="accent1"/>
            </a:solidFill>
            <a:ln>
              <a:noFill/>
            </a:ln>
            <a:effectLst/>
            <a:sp3d/>
          </c:spPr>
          <c:cat>
            <c:strRef>
              <c:f>'Bike Rental Summary Pivot'!$A$69:$A$72</c:f>
              <c:strCache>
                <c:ptCount val="3"/>
                <c:pt idx="0">
                  <c:v>High</c:v>
                </c:pt>
                <c:pt idx="1">
                  <c:v>Low</c:v>
                </c:pt>
                <c:pt idx="2">
                  <c:v>Moderate</c:v>
                </c:pt>
              </c:strCache>
            </c:strRef>
          </c:cat>
          <c:val>
            <c:numRef>
              <c:f>'Bike Rental Summary Pivot'!$B$69:$B$72</c:f>
              <c:numCache>
                <c:formatCode>General</c:formatCode>
                <c:ptCount val="3"/>
                <c:pt idx="0">
                  <c:v>263</c:v>
                </c:pt>
                <c:pt idx="1">
                  <c:v>380</c:v>
                </c:pt>
                <c:pt idx="2">
                  <c:v>357</c:v>
                </c:pt>
              </c:numCache>
            </c:numRef>
          </c:val>
          <c:extLst>
            <c:ext xmlns:c16="http://schemas.microsoft.com/office/drawing/2014/chart" uri="{C3380CC4-5D6E-409C-BE32-E72D297353CC}">
              <c16:uniqueId val="{00000000-0460-437E-AC87-2BAA025DAA13}"/>
            </c:ext>
          </c:extLst>
        </c:ser>
        <c:ser>
          <c:idx val="1"/>
          <c:order val="1"/>
          <c:tx>
            <c:strRef>
              <c:f>'Bike Rental Summary Pivot'!$C$68</c:f>
              <c:strCache>
                <c:ptCount val="1"/>
                <c:pt idx="0">
                  <c:v>Casual </c:v>
                </c:pt>
              </c:strCache>
            </c:strRef>
          </c:tx>
          <c:spPr>
            <a:solidFill>
              <a:schemeClr val="accent2"/>
            </a:solidFill>
            <a:ln>
              <a:noFill/>
            </a:ln>
            <a:effectLst/>
            <a:sp3d/>
          </c:spPr>
          <c:cat>
            <c:strRef>
              <c:f>'Bike Rental Summary Pivot'!$A$69:$A$72</c:f>
              <c:strCache>
                <c:ptCount val="3"/>
                <c:pt idx="0">
                  <c:v>High</c:v>
                </c:pt>
                <c:pt idx="1">
                  <c:v>Low</c:v>
                </c:pt>
                <c:pt idx="2">
                  <c:v>Moderate</c:v>
                </c:pt>
              </c:strCache>
            </c:strRef>
          </c:cat>
          <c:val>
            <c:numRef>
              <c:f>'Bike Rental Summary Pivot'!$C$69:$C$72</c:f>
              <c:numCache>
                <c:formatCode>General</c:formatCode>
                <c:ptCount val="3"/>
                <c:pt idx="0">
                  <c:v>872</c:v>
                </c:pt>
                <c:pt idx="1">
                  <c:v>2867</c:v>
                </c:pt>
                <c:pt idx="2">
                  <c:v>1182</c:v>
                </c:pt>
              </c:numCache>
            </c:numRef>
          </c:val>
          <c:extLst>
            <c:ext xmlns:c16="http://schemas.microsoft.com/office/drawing/2014/chart" uri="{C3380CC4-5D6E-409C-BE32-E72D297353CC}">
              <c16:uniqueId val="{00000001-0460-437E-AC87-2BAA025DAA13}"/>
            </c:ext>
          </c:extLst>
        </c:ser>
        <c:ser>
          <c:idx val="2"/>
          <c:order val="2"/>
          <c:tx>
            <c:strRef>
              <c:f>'Bike Rental Summary Pivot'!$D$68</c:f>
              <c:strCache>
                <c:ptCount val="1"/>
                <c:pt idx="0">
                  <c:v>Registered </c:v>
                </c:pt>
              </c:strCache>
            </c:strRef>
          </c:tx>
          <c:spPr>
            <a:solidFill>
              <a:schemeClr val="accent3"/>
            </a:solidFill>
            <a:ln>
              <a:noFill/>
            </a:ln>
            <a:effectLst/>
            <a:sp3d/>
          </c:spPr>
          <c:cat>
            <c:strRef>
              <c:f>'Bike Rental Summary Pivot'!$A$69:$A$72</c:f>
              <c:strCache>
                <c:ptCount val="3"/>
                <c:pt idx="0">
                  <c:v>High</c:v>
                </c:pt>
                <c:pt idx="1">
                  <c:v>Low</c:v>
                </c:pt>
                <c:pt idx="2">
                  <c:v>Moderate</c:v>
                </c:pt>
              </c:strCache>
            </c:strRef>
          </c:cat>
          <c:val>
            <c:numRef>
              <c:f>'Bike Rental Summary Pivot'!$D$69:$D$72</c:f>
              <c:numCache>
                <c:formatCode>General</c:formatCode>
                <c:ptCount val="3"/>
                <c:pt idx="0">
                  <c:v>11114</c:v>
                </c:pt>
                <c:pt idx="1">
                  <c:v>24914</c:v>
                </c:pt>
                <c:pt idx="2">
                  <c:v>17355</c:v>
                </c:pt>
              </c:numCache>
            </c:numRef>
          </c:val>
          <c:extLst>
            <c:ext xmlns:c16="http://schemas.microsoft.com/office/drawing/2014/chart" uri="{C3380CC4-5D6E-409C-BE32-E72D297353CC}">
              <c16:uniqueId val="{00000002-0460-437E-AC87-2BAA025DAA13}"/>
            </c:ext>
          </c:extLst>
        </c:ser>
        <c:ser>
          <c:idx val="3"/>
          <c:order val="3"/>
          <c:tx>
            <c:strRef>
              <c:f>'Bike Rental Summary Pivot'!$E$68</c:f>
              <c:strCache>
                <c:ptCount val="1"/>
                <c:pt idx="0">
                  <c:v>Total Rented</c:v>
                </c:pt>
              </c:strCache>
            </c:strRef>
          </c:tx>
          <c:spPr>
            <a:solidFill>
              <a:schemeClr val="accent4"/>
            </a:solidFill>
            <a:ln>
              <a:noFill/>
            </a:ln>
            <a:effectLst/>
            <a:sp3d/>
          </c:spPr>
          <c:cat>
            <c:strRef>
              <c:f>'Bike Rental Summary Pivot'!$A$69:$A$72</c:f>
              <c:strCache>
                <c:ptCount val="3"/>
                <c:pt idx="0">
                  <c:v>High</c:v>
                </c:pt>
                <c:pt idx="1">
                  <c:v>Low</c:v>
                </c:pt>
                <c:pt idx="2">
                  <c:v>Moderate</c:v>
                </c:pt>
              </c:strCache>
            </c:strRef>
          </c:cat>
          <c:val>
            <c:numRef>
              <c:f>'Bike Rental Summary Pivot'!$E$69:$E$72</c:f>
              <c:numCache>
                <c:formatCode>General</c:formatCode>
                <c:ptCount val="3"/>
                <c:pt idx="0">
                  <c:v>11986</c:v>
                </c:pt>
                <c:pt idx="1">
                  <c:v>27781</c:v>
                </c:pt>
                <c:pt idx="2">
                  <c:v>18537</c:v>
                </c:pt>
              </c:numCache>
            </c:numRef>
          </c:val>
          <c:extLst>
            <c:ext xmlns:c16="http://schemas.microsoft.com/office/drawing/2014/chart" uri="{C3380CC4-5D6E-409C-BE32-E72D297353CC}">
              <c16:uniqueId val="{00000003-0460-437E-AC87-2BAA025DAA13}"/>
            </c:ext>
          </c:extLst>
        </c:ser>
        <c:dLbls>
          <c:showLegendKey val="0"/>
          <c:showVal val="0"/>
          <c:showCatName val="0"/>
          <c:showSerName val="0"/>
          <c:showPercent val="0"/>
          <c:showBubbleSize val="0"/>
        </c:dLbls>
        <c:axId val="597512112"/>
        <c:axId val="597508752"/>
        <c:axId val="1443932159"/>
      </c:area3DChart>
      <c:catAx>
        <c:axId val="5975121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97508752"/>
        <c:crosses val="autoZero"/>
        <c:auto val="1"/>
        <c:lblAlgn val="ctr"/>
        <c:lblOffset val="100"/>
        <c:noMultiLvlLbl val="0"/>
      </c:catAx>
      <c:valAx>
        <c:axId val="59750875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97512112"/>
        <c:crosses val="autoZero"/>
        <c:crossBetween val="midCat"/>
      </c:valAx>
      <c:serAx>
        <c:axId val="1443932159"/>
        <c:scaling>
          <c:orientation val="minMax"/>
        </c:scaling>
        <c:delete val="0"/>
        <c:axPos val="b"/>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97508752"/>
        <c:crosses val="autoZero"/>
      </c:ser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[Merged Dataset.xlsx]Bike Rental Summary Pivot!PivotTable9</c:name>
    <c:fmtId val="16"/>
  </c:pivotSource>
  <c:chart>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'Bike Rental Summary Pivot'!$B$81</c:f>
              <c:strCache>
                <c:ptCount val="1"/>
                <c:pt idx="0">
                  <c:v>Count of instant</c:v>
                </c:pt>
              </c:strCache>
            </c:strRef>
          </c:tx>
          <c:spPr>
            <a:solidFill>
              <a:schemeClr val="accent1"/>
            </a:solidFill>
            <a:ln>
              <a:noFill/>
            </a:ln>
            <a:effectLst/>
          </c:spPr>
          <c:invertIfNegative val="0"/>
          <c:cat>
            <c:multiLvlStrRef>
              <c:f>'Bike Rental Summary Pivot'!$A$82:$A$102</c:f>
              <c:multiLvlStrCache>
                <c:ptCount val="16"/>
                <c:lvl>
                  <c:pt idx="0">
                    <c:v>Breezy</c:v>
                  </c:pt>
                  <c:pt idx="1">
                    <c:v>Gale</c:v>
                  </c:pt>
                  <c:pt idx="2">
                    <c:v>Ideal</c:v>
                  </c:pt>
                  <c:pt idx="3">
                    <c:v>Strong</c:v>
                  </c:pt>
                  <c:pt idx="4">
                    <c:v>Breezy</c:v>
                  </c:pt>
                  <c:pt idx="5">
                    <c:v>Gale</c:v>
                  </c:pt>
                  <c:pt idx="6">
                    <c:v>Ideal</c:v>
                  </c:pt>
                  <c:pt idx="7">
                    <c:v>Strong</c:v>
                  </c:pt>
                  <c:pt idx="8">
                    <c:v>Breezy</c:v>
                  </c:pt>
                  <c:pt idx="9">
                    <c:v>Gale</c:v>
                  </c:pt>
                  <c:pt idx="10">
                    <c:v>Ideal</c:v>
                  </c:pt>
                  <c:pt idx="11">
                    <c:v>Strong</c:v>
                  </c:pt>
                  <c:pt idx="12">
                    <c:v>Breezy</c:v>
                  </c:pt>
                  <c:pt idx="13">
                    <c:v>Gale</c:v>
                  </c:pt>
                  <c:pt idx="14">
                    <c:v>Ideal</c:v>
                  </c:pt>
                  <c:pt idx="15">
                    <c:v>Strong</c:v>
                  </c:pt>
                </c:lvl>
                <c:lvl>
                  <c:pt idx="0">
                    <c:v>Cold</c:v>
                  </c:pt>
                  <c:pt idx="4">
                    <c:v>Hot</c:v>
                  </c:pt>
                  <c:pt idx="8">
                    <c:v>Moderate</c:v>
                  </c:pt>
                  <c:pt idx="12">
                    <c:v>Preferred</c:v>
                  </c:pt>
                </c:lvl>
              </c:multiLvlStrCache>
            </c:multiLvlStrRef>
          </c:cat>
          <c:val>
            <c:numRef>
              <c:f>'Bike Rental Summary Pivot'!$B$82:$B$102</c:f>
              <c:numCache>
                <c:formatCode>General</c:formatCode>
                <c:ptCount val="16"/>
                <c:pt idx="0">
                  <c:v>28</c:v>
                </c:pt>
                <c:pt idx="1">
                  <c:v>18</c:v>
                </c:pt>
                <c:pt idx="2">
                  <c:v>28</c:v>
                </c:pt>
                <c:pt idx="3">
                  <c:v>9</c:v>
                </c:pt>
                <c:pt idx="4">
                  <c:v>7</c:v>
                </c:pt>
                <c:pt idx="5">
                  <c:v>31</c:v>
                </c:pt>
                <c:pt idx="6">
                  <c:v>1</c:v>
                </c:pt>
                <c:pt idx="7">
                  <c:v>3</c:v>
                </c:pt>
                <c:pt idx="8">
                  <c:v>119</c:v>
                </c:pt>
                <c:pt idx="9">
                  <c:v>76</c:v>
                </c:pt>
                <c:pt idx="10">
                  <c:v>123</c:v>
                </c:pt>
                <c:pt idx="11">
                  <c:v>24</c:v>
                </c:pt>
                <c:pt idx="12">
                  <c:v>189</c:v>
                </c:pt>
                <c:pt idx="13">
                  <c:v>132</c:v>
                </c:pt>
                <c:pt idx="14">
                  <c:v>153</c:v>
                </c:pt>
                <c:pt idx="15">
                  <c:v>59</c:v>
                </c:pt>
              </c:numCache>
            </c:numRef>
          </c:val>
          <c:extLst>
            <c:ext xmlns:c16="http://schemas.microsoft.com/office/drawing/2014/chart" uri="{C3380CC4-5D6E-409C-BE32-E72D297353CC}">
              <c16:uniqueId val="{00000000-DBFB-40D0-B399-2CD729324EBF}"/>
            </c:ext>
          </c:extLst>
        </c:ser>
        <c:ser>
          <c:idx val="1"/>
          <c:order val="1"/>
          <c:tx>
            <c:strRef>
              <c:f>'Bike Rental Summary Pivot'!$C$81</c:f>
              <c:strCache>
                <c:ptCount val="1"/>
                <c:pt idx="0">
                  <c:v>Casual </c:v>
                </c:pt>
              </c:strCache>
            </c:strRef>
          </c:tx>
          <c:spPr>
            <a:solidFill>
              <a:schemeClr val="accent2"/>
            </a:solidFill>
            <a:ln>
              <a:noFill/>
            </a:ln>
            <a:effectLst/>
          </c:spPr>
          <c:invertIfNegative val="0"/>
          <c:cat>
            <c:multiLvlStrRef>
              <c:f>'Bike Rental Summary Pivot'!$A$82:$A$102</c:f>
              <c:multiLvlStrCache>
                <c:ptCount val="16"/>
                <c:lvl>
                  <c:pt idx="0">
                    <c:v>Breezy</c:v>
                  </c:pt>
                  <c:pt idx="1">
                    <c:v>Gale</c:v>
                  </c:pt>
                  <c:pt idx="2">
                    <c:v>Ideal</c:v>
                  </c:pt>
                  <c:pt idx="3">
                    <c:v>Strong</c:v>
                  </c:pt>
                  <c:pt idx="4">
                    <c:v>Breezy</c:v>
                  </c:pt>
                  <c:pt idx="5">
                    <c:v>Gale</c:v>
                  </c:pt>
                  <c:pt idx="6">
                    <c:v>Ideal</c:v>
                  </c:pt>
                  <c:pt idx="7">
                    <c:v>Strong</c:v>
                  </c:pt>
                  <c:pt idx="8">
                    <c:v>Breezy</c:v>
                  </c:pt>
                  <c:pt idx="9">
                    <c:v>Gale</c:v>
                  </c:pt>
                  <c:pt idx="10">
                    <c:v>Ideal</c:v>
                  </c:pt>
                  <c:pt idx="11">
                    <c:v>Strong</c:v>
                  </c:pt>
                  <c:pt idx="12">
                    <c:v>Breezy</c:v>
                  </c:pt>
                  <c:pt idx="13">
                    <c:v>Gale</c:v>
                  </c:pt>
                  <c:pt idx="14">
                    <c:v>Ideal</c:v>
                  </c:pt>
                  <c:pt idx="15">
                    <c:v>Strong</c:v>
                  </c:pt>
                </c:lvl>
                <c:lvl>
                  <c:pt idx="0">
                    <c:v>Cold</c:v>
                  </c:pt>
                  <c:pt idx="4">
                    <c:v>Hot</c:v>
                  </c:pt>
                  <c:pt idx="8">
                    <c:v>Moderate</c:v>
                  </c:pt>
                  <c:pt idx="12">
                    <c:v>Preferred</c:v>
                  </c:pt>
                </c:lvl>
              </c:multiLvlStrCache>
            </c:multiLvlStrRef>
          </c:cat>
          <c:val>
            <c:numRef>
              <c:f>'Bike Rental Summary Pivot'!$C$82:$C$102</c:f>
              <c:numCache>
                <c:formatCode>General</c:formatCode>
                <c:ptCount val="16"/>
                <c:pt idx="0">
                  <c:v>44</c:v>
                </c:pt>
                <c:pt idx="1">
                  <c:v>18</c:v>
                </c:pt>
                <c:pt idx="2">
                  <c:v>76</c:v>
                </c:pt>
                <c:pt idx="3">
                  <c:v>6</c:v>
                </c:pt>
                <c:pt idx="4">
                  <c:v>19</c:v>
                </c:pt>
                <c:pt idx="5">
                  <c:v>519</c:v>
                </c:pt>
                <c:pt idx="6">
                  <c:v>4</c:v>
                </c:pt>
                <c:pt idx="7">
                  <c:v>63</c:v>
                </c:pt>
                <c:pt idx="8">
                  <c:v>312</c:v>
                </c:pt>
                <c:pt idx="9">
                  <c:v>192</c:v>
                </c:pt>
                <c:pt idx="10">
                  <c:v>214</c:v>
                </c:pt>
                <c:pt idx="11">
                  <c:v>108</c:v>
                </c:pt>
                <c:pt idx="12">
                  <c:v>954</c:v>
                </c:pt>
                <c:pt idx="13">
                  <c:v>991</c:v>
                </c:pt>
                <c:pt idx="14">
                  <c:v>931</c:v>
                </c:pt>
                <c:pt idx="15">
                  <c:v>470</c:v>
                </c:pt>
              </c:numCache>
            </c:numRef>
          </c:val>
          <c:extLst>
            <c:ext xmlns:c16="http://schemas.microsoft.com/office/drawing/2014/chart" uri="{C3380CC4-5D6E-409C-BE32-E72D297353CC}">
              <c16:uniqueId val="{00000001-DBFB-40D0-B399-2CD729324EBF}"/>
            </c:ext>
          </c:extLst>
        </c:ser>
        <c:ser>
          <c:idx val="2"/>
          <c:order val="2"/>
          <c:tx>
            <c:strRef>
              <c:f>'Bike Rental Summary Pivot'!$D$81</c:f>
              <c:strCache>
                <c:ptCount val="1"/>
                <c:pt idx="0">
                  <c:v>Registered </c:v>
                </c:pt>
              </c:strCache>
            </c:strRef>
          </c:tx>
          <c:spPr>
            <a:solidFill>
              <a:schemeClr val="accent3"/>
            </a:solidFill>
            <a:ln>
              <a:noFill/>
            </a:ln>
            <a:effectLst/>
          </c:spPr>
          <c:invertIfNegative val="0"/>
          <c:cat>
            <c:multiLvlStrRef>
              <c:f>'Bike Rental Summary Pivot'!$A$82:$A$102</c:f>
              <c:multiLvlStrCache>
                <c:ptCount val="16"/>
                <c:lvl>
                  <c:pt idx="0">
                    <c:v>Breezy</c:v>
                  </c:pt>
                  <c:pt idx="1">
                    <c:v>Gale</c:v>
                  </c:pt>
                  <c:pt idx="2">
                    <c:v>Ideal</c:v>
                  </c:pt>
                  <c:pt idx="3">
                    <c:v>Strong</c:v>
                  </c:pt>
                  <c:pt idx="4">
                    <c:v>Breezy</c:v>
                  </c:pt>
                  <c:pt idx="5">
                    <c:v>Gale</c:v>
                  </c:pt>
                  <c:pt idx="6">
                    <c:v>Ideal</c:v>
                  </c:pt>
                  <c:pt idx="7">
                    <c:v>Strong</c:v>
                  </c:pt>
                  <c:pt idx="8">
                    <c:v>Breezy</c:v>
                  </c:pt>
                  <c:pt idx="9">
                    <c:v>Gale</c:v>
                  </c:pt>
                  <c:pt idx="10">
                    <c:v>Ideal</c:v>
                  </c:pt>
                  <c:pt idx="11">
                    <c:v>Strong</c:v>
                  </c:pt>
                  <c:pt idx="12">
                    <c:v>Breezy</c:v>
                  </c:pt>
                  <c:pt idx="13">
                    <c:v>Gale</c:v>
                  </c:pt>
                  <c:pt idx="14">
                    <c:v>Ideal</c:v>
                  </c:pt>
                  <c:pt idx="15">
                    <c:v>Strong</c:v>
                  </c:pt>
                </c:lvl>
                <c:lvl>
                  <c:pt idx="0">
                    <c:v>Cold</c:v>
                  </c:pt>
                  <c:pt idx="4">
                    <c:v>Hot</c:v>
                  </c:pt>
                  <c:pt idx="8">
                    <c:v>Moderate</c:v>
                  </c:pt>
                  <c:pt idx="12">
                    <c:v>Preferred</c:v>
                  </c:pt>
                </c:lvl>
              </c:multiLvlStrCache>
            </c:multiLvlStrRef>
          </c:cat>
          <c:val>
            <c:numRef>
              <c:f>'Bike Rental Summary Pivot'!$D$82:$D$102</c:f>
              <c:numCache>
                <c:formatCode>General</c:formatCode>
                <c:ptCount val="16"/>
                <c:pt idx="0">
                  <c:v>722</c:v>
                </c:pt>
                <c:pt idx="1">
                  <c:v>435</c:v>
                </c:pt>
                <c:pt idx="2">
                  <c:v>1212</c:v>
                </c:pt>
                <c:pt idx="3">
                  <c:v>266</c:v>
                </c:pt>
                <c:pt idx="4">
                  <c:v>81</c:v>
                </c:pt>
                <c:pt idx="5">
                  <c:v>1487</c:v>
                </c:pt>
                <c:pt idx="6">
                  <c:v>46</c:v>
                </c:pt>
                <c:pt idx="7">
                  <c:v>265</c:v>
                </c:pt>
                <c:pt idx="8">
                  <c:v>6298</c:v>
                </c:pt>
                <c:pt idx="9">
                  <c:v>4255</c:v>
                </c:pt>
                <c:pt idx="10">
                  <c:v>4831</c:v>
                </c:pt>
                <c:pt idx="11">
                  <c:v>1277</c:v>
                </c:pt>
                <c:pt idx="12">
                  <c:v>10654</c:v>
                </c:pt>
                <c:pt idx="13">
                  <c:v>8242</c:v>
                </c:pt>
                <c:pt idx="14">
                  <c:v>9030</c:v>
                </c:pt>
                <c:pt idx="15">
                  <c:v>4282</c:v>
                </c:pt>
              </c:numCache>
            </c:numRef>
          </c:val>
          <c:extLst>
            <c:ext xmlns:c16="http://schemas.microsoft.com/office/drawing/2014/chart" uri="{C3380CC4-5D6E-409C-BE32-E72D297353CC}">
              <c16:uniqueId val="{00000002-DBFB-40D0-B399-2CD729324EBF}"/>
            </c:ext>
          </c:extLst>
        </c:ser>
        <c:ser>
          <c:idx val="3"/>
          <c:order val="3"/>
          <c:tx>
            <c:strRef>
              <c:f>'Bike Rental Summary Pivot'!$E$81</c:f>
              <c:strCache>
                <c:ptCount val="1"/>
                <c:pt idx="0">
                  <c:v>Total Rented</c:v>
                </c:pt>
              </c:strCache>
            </c:strRef>
          </c:tx>
          <c:spPr>
            <a:solidFill>
              <a:schemeClr val="accent4"/>
            </a:solidFill>
            <a:ln>
              <a:noFill/>
            </a:ln>
            <a:effectLst/>
          </c:spPr>
          <c:invertIfNegative val="0"/>
          <c:cat>
            <c:multiLvlStrRef>
              <c:f>'Bike Rental Summary Pivot'!$A$82:$A$102</c:f>
              <c:multiLvlStrCache>
                <c:ptCount val="16"/>
                <c:lvl>
                  <c:pt idx="0">
                    <c:v>Breezy</c:v>
                  </c:pt>
                  <c:pt idx="1">
                    <c:v>Gale</c:v>
                  </c:pt>
                  <c:pt idx="2">
                    <c:v>Ideal</c:v>
                  </c:pt>
                  <c:pt idx="3">
                    <c:v>Strong</c:v>
                  </c:pt>
                  <c:pt idx="4">
                    <c:v>Breezy</c:v>
                  </c:pt>
                  <c:pt idx="5">
                    <c:v>Gale</c:v>
                  </c:pt>
                  <c:pt idx="6">
                    <c:v>Ideal</c:v>
                  </c:pt>
                  <c:pt idx="7">
                    <c:v>Strong</c:v>
                  </c:pt>
                  <c:pt idx="8">
                    <c:v>Breezy</c:v>
                  </c:pt>
                  <c:pt idx="9">
                    <c:v>Gale</c:v>
                  </c:pt>
                  <c:pt idx="10">
                    <c:v>Ideal</c:v>
                  </c:pt>
                  <c:pt idx="11">
                    <c:v>Strong</c:v>
                  </c:pt>
                  <c:pt idx="12">
                    <c:v>Breezy</c:v>
                  </c:pt>
                  <c:pt idx="13">
                    <c:v>Gale</c:v>
                  </c:pt>
                  <c:pt idx="14">
                    <c:v>Ideal</c:v>
                  </c:pt>
                  <c:pt idx="15">
                    <c:v>Strong</c:v>
                  </c:pt>
                </c:lvl>
                <c:lvl>
                  <c:pt idx="0">
                    <c:v>Cold</c:v>
                  </c:pt>
                  <c:pt idx="4">
                    <c:v>Hot</c:v>
                  </c:pt>
                  <c:pt idx="8">
                    <c:v>Moderate</c:v>
                  </c:pt>
                  <c:pt idx="12">
                    <c:v>Preferred</c:v>
                  </c:pt>
                </c:lvl>
              </c:multiLvlStrCache>
            </c:multiLvlStrRef>
          </c:cat>
          <c:val>
            <c:numRef>
              <c:f>'Bike Rental Summary Pivot'!$E$82:$E$102</c:f>
              <c:numCache>
                <c:formatCode>General</c:formatCode>
                <c:ptCount val="16"/>
                <c:pt idx="0">
                  <c:v>766</c:v>
                </c:pt>
                <c:pt idx="1">
                  <c:v>453</c:v>
                </c:pt>
                <c:pt idx="2">
                  <c:v>1288</c:v>
                </c:pt>
                <c:pt idx="3">
                  <c:v>272</c:v>
                </c:pt>
                <c:pt idx="4">
                  <c:v>100</c:v>
                </c:pt>
                <c:pt idx="5">
                  <c:v>2006</c:v>
                </c:pt>
                <c:pt idx="6">
                  <c:v>50</c:v>
                </c:pt>
                <c:pt idx="7">
                  <c:v>328</c:v>
                </c:pt>
                <c:pt idx="8">
                  <c:v>6610</c:v>
                </c:pt>
                <c:pt idx="9">
                  <c:v>4447</c:v>
                </c:pt>
                <c:pt idx="10">
                  <c:v>5045</c:v>
                </c:pt>
                <c:pt idx="11">
                  <c:v>1385</c:v>
                </c:pt>
                <c:pt idx="12">
                  <c:v>11608</c:v>
                </c:pt>
                <c:pt idx="13">
                  <c:v>9233</c:v>
                </c:pt>
                <c:pt idx="14">
                  <c:v>9961</c:v>
                </c:pt>
                <c:pt idx="15">
                  <c:v>4752</c:v>
                </c:pt>
              </c:numCache>
            </c:numRef>
          </c:val>
          <c:extLst>
            <c:ext xmlns:c16="http://schemas.microsoft.com/office/drawing/2014/chart" uri="{C3380CC4-5D6E-409C-BE32-E72D297353CC}">
              <c16:uniqueId val="{00000003-DBFB-40D0-B399-2CD729324EBF}"/>
            </c:ext>
          </c:extLst>
        </c:ser>
        <c:dLbls>
          <c:showLegendKey val="0"/>
          <c:showVal val="0"/>
          <c:showCatName val="0"/>
          <c:showSerName val="0"/>
          <c:showPercent val="0"/>
          <c:showBubbleSize val="0"/>
        </c:dLbls>
        <c:gapWidth val="219"/>
        <c:overlap val="-27"/>
        <c:axId val="1180495039"/>
        <c:axId val="1180490719"/>
      </c:barChart>
      <c:catAx>
        <c:axId val="118049503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80490719"/>
        <c:crosses val="autoZero"/>
        <c:auto val="1"/>
        <c:lblAlgn val="ctr"/>
        <c:lblOffset val="100"/>
        <c:noMultiLvlLbl val="0"/>
      </c:catAx>
      <c:valAx>
        <c:axId val="118049071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80495039"/>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[Merged Dataset.xlsx]Bike Rental Summary Pivot!PivotTable9</c:name>
    <c:fmtId val="16"/>
  </c:pivotSource>
  <c:chart>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'Bike Rental Summary Pivot'!$B$81</c:f>
              <c:strCache>
                <c:ptCount val="1"/>
                <c:pt idx="0">
                  <c:v>Count of instant</c:v>
                </c:pt>
              </c:strCache>
            </c:strRef>
          </c:tx>
          <c:spPr>
            <a:solidFill>
              <a:schemeClr val="accent1"/>
            </a:solidFill>
            <a:ln>
              <a:noFill/>
            </a:ln>
            <a:effectLst/>
          </c:spPr>
          <c:invertIfNegative val="0"/>
          <c:cat>
            <c:multiLvlStrRef>
              <c:f>'Bike Rental Summary Pivot'!$A$82:$A$102</c:f>
              <c:multiLvlStrCache>
                <c:ptCount val="16"/>
                <c:lvl>
                  <c:pt idx="0">
                    <c:v>Breezy</c:v>
                  </c:pt>
                  <c:pt idx="1">
                    <c:v>Gale</c:v>
                  </c:pt>
                  <c:pt idx="2">
                    <c:v>Ideal</c:v>
                  </c:pt>
                  <c:pt idx="3">
                    <c:v>Strong</c:v>
                  </c:pt>
                  <c:pt idx="4">
                    <c:v>Breezy</c:v>
                  </c:pt>
                  <c:pt idx="5">
                    <c:v>Gale</c:v>
                  </c:pt>
                  <c:pt idx="6">
                    <c:v>Ideal</c:v>
                  </c:pt>
                  <c:pt idx="7">
                    <c:v>Strong</c:v>
                  </c:pt>
                  <c:pt idx="8">
                    <c:v>Breezy</c:v>
                  </c:pt>
                  <c:pt idx="9">
                    <c:v>Gale</c:v>
                  </c:pt>
                  <c:pt idx="10">
                    <c:v>Ideal</c:v>
                  </c:pt>
                  <c:pt idx="11">
                    <c:v>Strong</c:v>
                  </c:pt>
                  <c:pt idx="12">
                    <c:v>Breezy</c:v>
                  </c:pt>
                  <c:pt idx="13">
                    <c:v>Gale</c:v>
                  </c:pt>
                  <c:pt idx="14">
                    <c:v>Ideal</c:v>
                  </c:pt>
                  <c:pt idx="15">
                    <c:v>Strong</c:v>
                  </c:pt>
                </c:lvl>
                <c:lvl>
                  <c:pt idx="0">
                    <c:v>Cold</c:v>
                  </c:pt>
                  <c:pt idx="4">
                    <c:v>Hot</c:v>
                  </c:pt>
                  <c:pt idx="8">
                    <c:v>Moderate</c:v>
                  </c:pt>
                  <c:pt idx="12">
                    <c:v>Preferred</c:v>
                  </c:pt>
                </c:lvl>
              </c:multiLvlStrCache>
            </c:multiLvlStrRef>
          </c:cat>
          <c:val>
            <c:numRef>
              <c:f>'Bike Rental Summary Pivot'!$B$82:$B$102</c:f>
              <c:numCache>
                <c:formatCode>General</c:formatCode>
                <c:ptCount val="16"/>
                <c:pt idx="0">
                  <c:v>28</c:v>
                </c:pt>
                <c:pt idx="1">
                  <c:v>18</c:v>
                </c:pt>
                <c:pt idx="2">
                  <c:v>28</c:v>
                </c:pt>
                <c:pt idx="3">
                  <c:v>9</c:v>
                </c:pt>
                <c:pt idx="4">
                  <c:v>7</c:v>
                </c:pt>
                <c:pt idx="5">
                  <c:v>31</c:v>
                </c:pt>
                <c:pt idx="6">
                  <c:v>1</c:v>
                </c:pt>
                <c:pt idx="7">
                  <c:v>3</c:v>
                </c:pt>
                <c:pt idx="8">
                  <c:v>119</c:v>
                </c:pt>
                <c:pt idx="9">
                  <c:v>76</c:v>
                </c:pt>
                <c:pt idx="10">
                  <c:v>123</c:v>
                </c:pt>
                <c:pt idx="11">
                  <c:v>24</c:v>
                </c:pt>
                <c:pt idx="12">
                  <c:v>189</c:v>
                </c:pt>
                <c:pt idx="13">
                  <c:v>132</c:v>
                </c:pt>
                <c:pt idx="14">
                  <c:v>153</c:v>
                </c:pt>
                <c:pt idx="15">
                  <c:v>59</c:v>
                </c:pt>
              </c:numCache>
            </c:numRef>
          </c:val>
          <c:extLst>
            <c:ext xmlns:c16="http://schemas.microsoft.com/office/drawing/2014/chart" uri="{C3380CC4-5D6E-409C-BE32-E72D297353CC}">
              <c16:uniqueId val="{00000000-DBFB-40D0-B399-2CD729324EBF}"/>
            </c:ext>
          </c:extLst>
        </c:ser>
        <c:ser>
          <c:idx val="1"/>
          <c:order val="1"/>
          <c:tx>
            <c:strRef>
              <c:f>'Bike Rental Summary Pivot'!$C$81</c:f>
              <c:strCache>
                <c:ptCount val="1"/>
                <c:pt idx="0">
                  <c:v>Casual </c:v>
                </c:pt>
              </c:strCache>
            </c:strRef>
          </c:tx>
          <c:spPr>
            <a:solidFill>
              <a:schemeClr val="accent2"/>
            </a:solidFill>
            <a:ln>
              <a:noFill/>
            </a:ln>
            <a:effectLst/>
          </c:spPr>
          <c:invertIfNegative val="0"/>
          <c:cat>
            <c:multiLvlStrRef>
              <c:f>'Bike Rental Summary Pivot'!$A$82:$A$102</c:f>
              <c:multiLvlStrCache>
                <c:ptCount val="16"/>
                <c:lvl>
                  <c:pt idx="0">
                    <c:v>Breezy</c:v>
                  </c:pt>
                  <c:pt idx="1">
                    <c:v>Gale</c:v>
                  </c:pt>
                  <c:pt idx="2">
                    <c:v>Ideal</c:v>
                  </c:pt>
                  <c:pt idx="3">
                    <c:v>Strong</c:v>
                  </c:pt>
                  <c:pt idx="4">
                    <c:v>Breezy</c:v>
                  </c:pt>
                  <c:pt idx="5">
                    <c:v>Gale</c:v>
                  </c:pt>
                  <c:pt idx="6">
                    <c:v>Ideal</c:v>
                  </c:pt>
                  <c:pt idx="7">
                    <c:v>Strong</c:v>
                  </c:pt>
                  <c:pt idx="8">
                    <c:v>Breezy</c:v>
                  </c:pt>
                  <c:pt idx="9">
                    <c:v>Gale</c:v>
                  </c:pt>
                  <c:pt idx="10">
                    <c:v>Ideal</c:v>
                  </c:pt>
                  <c:pt idx="11">
                    <c:v>Strong</c:v>
                  </c:pt>
                  <c:pt idx="12">
                    <c:v>Breezy</c:v>
                  </c:pt>
                  <c:pt idx="13">
                    <c:v>Gale</c:v>
                  </c:pt>
                  <c:pt idx="14">
                    <c:v>Ideal</c:v>
                  </c:pt>
                  <c:pt idx="15">
                    <c:v>Strong</c:v>
                  </c:pt>
                </c:lvl>
                <c:lvl>
                  <c:pt idx="0">
                    <c:v>Cold</c:v>
                  </c:pt>
                  <c:pt idx="4">
                    <c:v>Hot</c:v>
                  </c:pt>
                  <c:pt idx="8">
                    <c:v>Moderate</c:v>
                  </c:pt>
                  <c:pt idx="12">
                    <c:v>Preferred</c:v>
                  </c:pt>
                </c:lvl>
              </c:multiLvlStrCache>
            </c:multiLvlStrRef>
          </c:cat>
          <c:val>
            <c:numRef>
              <c:f>'Bike Rental Summary Pivot'!$C$82:$C$102</c:f>
              <c:numCache>
                <c:formatCode>General</c:formatCode>
                <c:ptCount val="16"/>
                <c:pt idx="0">
                  <c:v>44</c:v>
                </c:pt>
                <c:pt idx="1">
                  <c:v>18</c:v>
                </c:pt>
                <c:pt idx="2">
                  <c:v>76</c:v>
                </c:pt>
                <c:pt idx="3">
                  <c:v>6</c:v>
                </c:pt>
                <c:pt idx="4">
                  <c:v>19</c:v>
                </c:pt>
                <c:pt idx="5">
                  <c:v>519</c:v>
                </c:pt>
                <c:pt idx="6">
                  <c:v>4</c:v>
                </c:pt>
                <c:pt idx="7">
                  <c:v>63</c:v>
                </c:pt>
                <c:pt idx="8">
                  <c:v>312</c:v>
                </c:pt>
                <c:pt idx="9">
                  <c:v>192</c:v>
                </c:pt>
                <c:pt idx="10">
                  <c:v>214</c:v>
                </c:pt>
                <c:pt idx="11">
                  <c:v>108</c:v>
                </c:pt>
                <c:pt idx="12">
                  <c:v>954</c:v>
                </c:pt>
                <c:pt idx="13">
                  <c:v>991</c:v>
                </c:pt>
                <c:pt idx="14">
                  <c:v>931</c:v>
                </c:pt>
                <c:pt idx="15">
                  <c:v>470</c:v>
                </c:pt>
              </c:numCache>
            </c:numRef>
          </c:val>
          <c:extLst>
            <c:ext xmlns:c16="http://schemas.microsoft.com/office/drawing/2014/chart" uri="{C3380CC4-5D6E-409C-BE32-E72D297353CC}">
              <c16:uniqueId val="{00000001-DBFB-40D0-B399-2CD729324EBF}"/>
            </c:ext>
          </c:extLst>
        </c:ser>
        <c:ser>
          <c:idx val="2"/>
          <c:order val="2"/>
          <c:tx>
            <c:strRef>
              <c:f>'Bike Rental Summary Pivot'!$D$81</c:f>
              <c:strCache>
                <c:ptCount val="1"/>
                <c:pt idx="0">
                  <c:v>Registered </c:v>
                </c:pt>
              </c:strCache>
            </c:strRef>
          </c:tx>
          <c:spPr>
            <a:solidFill>
              <a:schemeClr val="accent3"/>
            </a:solidFill>
            <a:ln>
              <a:noFill/>
            </a:ln>
            <a:effectLst/>
          </c:spPr>
          <c:invertIfNegative val="0"/>
          <c:cat>
            <c:multiLvlStrRef>
              <c:f>'Bike Rental Summary Pivot'!$A$82:$A$102</c:f>
              <c:multiLvlStrCache>
                <c:ptCount val="16"/>
                <c:lvl>
                  <c:pt idx="0">
                    <c:v>Breezy</c:v>
                  </c:pt>
                  <c:pt idx="1">
                    <c:v>Gale</c:v>
                  </c:pt>
                  <c:pt idx="2">
                    <c:v>Ideal</c:v>
                  </c:pt>
                  <c:pt idx="3">
                    <c:v>Strong</c:v>
                  </c:pt>
                  <c:pt idx="4">
                    <c:v>Breezy</c:v>
                  </c:pt>
                  <c:pt idx="5">
                    <c:v>Gale</c:v>
                  </c:pt>
                  <c:pt idx="6">
                    <c:v>Ideal</c:v>
                  </c:pt>
                  <c:pt idx="7">
                    <c:v>Strong</c:v>
                  </c:pt>
                  <c:pt idx="8">
                    <c:v>Breezy</c:v>
                  </c:pt>
                  <c:pt idx="9">
                    <c:v>Gale</c:v>
                  </c:pt>
                  <c:pt idx="10">
                    <c:v>Ideal</c:v>
                  </c:pt>
                  <c:pt idx="11">
                    <c:v>Strong</c:v>
                  </c:pt>
                  <c:pt idx="12">
                    <c:v>Breezy</c:v>
                  </c:pt>
                  <c:pt idx="13">
                    <c:v>Gale</c:v>
                  </c:pt>
                  <c:pt idx="14">
                    <c:v>Ideal</c:v>
                  </c:pt>
                  <c:pt idx="15">
                    <c:v>Strong</c:v>
                  </c:pt>
                </c:lvl>
                <c:lvl>
                  <c:pt idx="0">
                    <c:v>Cold</c:v>
                  </c:pt>
                  <c:pt idx="4">
                    <c:v>Hot</c:v>
                  </c:pt>
                  <c:pt idx="8">
                    <c:v>Moderate</c:v>
                  </c:pt>
                  <c:pt idx="12">
                    <c:v>Preferred</c:v>
                  </c:pt>
                </c:lvl>
              </c:multiLvlStrCache>
            </c:multiLvlStrRef>
          </c:cat>
          <c:val>
            <c:numRef>
              <c:f>'Bike Rental Summary Pivot'!$D$82:$D$102</c:f>
              <c:numCache>
                <c:formatCode>General</c:formatCode>
                <c:ptCount val="16"/>
                <c:pt idx="0">
                  <c:v>722</c:v>
                </c:pt>
                <c:pt idx="1">
                  <c:v>435</c:v>
                </c:pt>
                <c:pt idx="2">
                  <c:v>1212</c:v>
                </c:pt>
                <c:pt idx="3">
                  <c:v>266</c:v>
                </c:pt>
                <c:pt idx="4">
                  <c:v>81</c:v>
                </c:pt>
                <c:pt idx="5">
                  <c:v>1487</c:v>
                </c:pt>
                <c:pt idx="6">
                  <c:v>46</c:v>
                </c:pt>
                <c:pt idx="7">
                  <c:v>265</c:v>
                </c:pt>
                <c:pt idx="8">
                  <c:v>6298</c:v>
                </c:pt>
                <c:pt idx="9">
                  <c:v>4255</c:v>
                </c:pt>
                <c:pt idx="10">
                  <c:v>4831</c:v>
                </c:pt>
                <c:pt idx="11">
                  <c:v>1277</c:v>
                </c:pt>
                <c:pt idx="12">
                  <c:v>10654</c:v>
                </c:pt>
                <c:pt idx="13">
                  <c:v>8242</c:v>
                </c:pt>
                <c:pt idx="14">
                  <c:v>9030</c:v>
                </c:pt>
                <c:pt idx="15">
                  <c:v>4282</c:v>
                </c:pt>
              </c:numCache>
            </c:numRef>
          </c:val>
          <c:extLst>
            <c:ext xmlns:c16="http://schemas.microsoft.com/office/drawing/2014/chart" uri="{C3380CC4-5D6E-409C-BE32-E72D297353CC}">
              <c16:uniqueId val="{00000002-DBFB-40D0-B399-2CD729324EBF}"/>
            </c:ext>
          </c:extLst>
        </c:ser>
        <c:ser>
          <c:idx val="3"/>
          <c:order val="3"/>
          <c:tx>
            <c:strRef>
              <c:f>'Bike Rental Summary Pivot'!$E$81</c:f>
              <c:strCache>
                <c:ptCount val="1"/>
                <c:pt idx="0">
                  <c:v>Total Rented</c:v>
                </c:pt>
              </c:strCache>
            </c:strRef>
          </c:tx>
          <c:spPr>
            <a:solidFill>
              <a:schemeClr val="accent4"/>
            </a:solidFill>
            <a:ln>
              <a:noFill/>
            </a:ln>
            <a:effectLst/>
          </c:spPr>
          <c:invertIfNegative val="0"/>
          <c:cat>
            <c:multiLvlStrRef>
              <c:f>'Bike Rental Summary Pivot'!$A$82:$A$102</c:f>
              <c:multiLvlStrCache>
                <c:ptCount val="16"/>
                <c:lvl>
                  <c:pt idx="0">
                    <c:v>Breezy</c:v>
                  </c:pt>
                  <c:pt idx="1">
                    <c:v>Gale</c:v>
                  </c:pt>
                  <c:pt idx="2">
                    <c:v>Ideal</c:v>
                  </c:pt>
                  <c:pt idx="3">
                    <c:v>Strong</c:v>
                  </c:pt>
                  <c:pt idx="4">
                    <c:v>Breezy</c:v>
                  </c:pt>
                  <c:pt idx="5">
                    <c:v>Gale</c:v>
                  </c:pt>
                  <c:pt idx="6">
                    <c:v>Ideal</c:v>
                  </c:pt>
                  <c:pt idx="7">
                    <c:v>Strong</c:v>
                  </c:pt>
                  <c:pt idx="8">
                    <c:v>Breezy</c:v>
                  </c:pt>
                  <c:pt idx="9">
                    <c:v>Gale</c:v>
                  </c:pt>
                  <c:pt idx="10">
                    <c:v>Ideal</c:v>
                  </c:pt>
                  <c:pt idx="11">
                    <c:v>Strong</c:v>
                  </c:pt>
                  <c:pt idx="12">
                    <c:v>Breezy</c:v>
                  </c:pt>
                  <c:pt idx="13">
                    <c:v>Gale</c:v>
                  </c:pt>
                  <c:pt idx="14">
                    <c:v>Ideal</c:v>
                  </c:pt>
                  <c:pt idx="15">
                    <c:v>Strong</c:v>
                  </c:pt>
                </c:lvl>
                <c:lvl>
                  <c:pt idx="0">
                    <c:v>Cold</c:v>
                  </c:pt>
                  <c:pt idx="4">
                    <c:v>Hot</c:v>
                  </c:pt>
                  <c:pt idx="8">
                    <c:v>Moderate</c:v>
                  </c:pt>
                  <c:pt idx="12">
                    <c:v>Preferred</c:v>
                  </c:pt>
                </c:lvl>
              </c:multiLvlStrCache>
            </c:multiLvlStrRef>
          </c:cat>
          <c:val>
            <c:numRef>
              <c:f>'Bike Rental Summary Pivot'!$E$82:$E$102</c:f>
              <c:numCache>
                <c:formatCode>General</c:formatCode>
                <c:ptCount val="16"/>
                <c:pt idx="0">
                  <c:v>766</c:v>
                </c:pt>
                <c:pt idx="1">
                  <c:v>453</c:v>
                </c:pt>
                <c:pt idx="2">
                  <c:v>1288</c:v>
                </c:pt>
                <c:pt idx="3">
                  <c:v>272</c:v>
                </c:pt>
                <c:pt idx="4">
                  <c:v>100</c:v>
                </c:pt>
                <c:pt idx="5">
                  <c:v>2006</c:v>
                </c:pt>
                <c:pt idx="6">
                  <c:v>50</c:v>
                </c:pt>
                <c:pt idx="7">
                  <c:v>328</c:v>
                </c:pt>
                <c:pt idx="8">
                  <c:v>6610</c:v>
                </c:pt>
                <c:pt idx="9">
                  <c:v>4447</c:v>
                </c:pt>
                <c:pt idx="10">
                  <c:v>5045</c:v>
                </c:pt>
                <c:pt idx="11">
                  <c:v>1385</c:v>
                </c:pt>
                <c:pt idx="12">
                  <c:v>11608</c:v>
                </c:pt>
                <c:pt idx="13">
                  <c:v>9233</c:v>
                </c:pt>
                <c:pt idx="14">
                  <c:v>9961</c:v>
                </c:pt>
                <c:pt idx="15">
                  <c:v>4752</c:v>
                </c:pt>
              </c:numCache>
            </c:numRef>
          </c:val>
          <c:extLst>
            <c:ext xmlns:c16="http://schemas.microsoft.com/office/drawing/2014/chart" uri="{C3380CC4-5D6E-409C-BE32-E72D297353CC}">
              <c16:uniqueId val="{00000003-DBFB-40D0-B399-2CD729324EBF}"/>
            </c:ext>
          </c:extLst>
        </c:ser>
        <c:dLbls>
          <c:showLegendKey val="0"/>
          <c:showVal val="0"/>
          <c:showCatName val="0"/>
          <c:showSerName val="0"/>
          <c:showPercent val="0"/>
          <c:showBubbleSize val="0"/>
        </c:dLbls>
        <c:gapWidth val="219"/>
        <c:overlap val="-27"/>
        <c:axId val="1180495039"/>
        <c:axId val="1180490719"/>
      </c:barChart>
      <c:catAx>
        <c:axId val="118049503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80490719"/>
        <c:crosses val="autoZero"/>
        <c:auto val="1"/>
        <c:lblAlgn val="ctr"/>
        <c:lblOffset val="100"/>
        <c:noMultiLvlLbl val="0"/>
      </c:catAx>
      <c:valAx>
        <c:axId val="118049071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80495039"/>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_rels/data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image" Target="../media/image8.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image" Target="../media/image8.jpeg"/></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150846E-0737-4610-AA20-6229379AB43E}" type="doc">
      <dgm:prSet loTypeId="urn:microsoft.com/office/officeart/2024/3/layout/verticalVisualTextBlock1" loCatId="Picture" qsTypeId="urn:microsoft.com/office/officeart/2005/8/quickstyle/simple4" qsCatId="simple" csTypeId="urn:microsoft.com/office/officeart/2005/8/colors/accent0_1" csCatId="mainScheme" phldr="1"/>
      <dgm:spPr/>
      <dgm:t>
        <a:bodyPr/>
        <a:lstStyle/>
        <a:p>
          <a:endParaRPr lang="en-IN"/>
        </a:p>
      </dgm:t>
    </dgm:pt>
    <dgm:pt modelId="{9236D9EE-E075-43BC-9335-7D53E4AA7235}">
      <dgm:prSet/>
      <dgm:spPr/>
      <dgm:t>
        <a:bodyPr/>
        <a:lstStyle/>
        <a:p>
          <a:pPr>
            <a:lnSpc>
              <a:spcPct val="100000"/>
            </a:lnSpc>
            <a:defRPr b="1"/>
          </a:pPr>
          <a:r>
            <a:rPr lang="en-IN" dirty="0"/>
            <a:t>Sunny Weather Boosts Rentals</a:t>
          </a:r>
        </a:p>
      </dgm:t>
    </dgm:pt>
    <dgm:pt modelId="{058AF276-A3E6-4019-BF23-A7A088036ED3}" type="parTrans" cxnId="{6D452E89-9BD6-428C-BD81-1944AC6DC515}">
      <dgm:prSet/>
      <dgm:spPr/>
      <dgm:t>
        <a:bodyPr/>
        <a:lstStyle/>
        <a:p>
          <a:endParaRPr lang="en-IN"/>
        </a:p>
      </dgm:t>
    </dgm:pt>
    <dgm:pt modelId="{84D8C554-8984-406D-8BBF-3B0C7989B66B}" type="sibTrans" cxnId="{6D452E89-9BD6-428C-BD81-1944AC6DC515}">
      <dgm:prSet/>
      <dgm:spPr/>
      <dgm:t>
        <a:bodyPr/>
        <a:lstStyle/>
        <a:p>
          <a:pPr>
            <a:lnSpc>
              <a:spcPct val="100000"/>
            </a:lnSpc>
            <a:defRPr b="1"/>
          </a:pPr>
          <a:endParaRPr lang="en-IN"/>
        </a:p>
      </dgm:t>
    </dgm:pt>
    <dgm:pt modelId="{436DBC41-E6D9-46F0-A8DE-25E18A1272A0}">
      <dgm:prSet/>
      <dgm:spPr/>
      <dgm:t>
        <a:bodyPr/>
        <a:lstStyle/>
        <a:p>
          <a:pPr>
            <a:lnSpc>
              <a:spcPct val="100000"/>
            </a:lnSpc>
          </a:pPr>
          <a:r>
            <a:rPr lang="en-IN" dirty="0"/>
            <a:t>Sunny conditions provide ideal riding environments, significantly increasing bike rental activity among users.</a:t>
          </a:r>
        </a:p>
      </dgm:t>
    </dgm:pt>
    <dgm:pt modelId="{2CE04973-877F-43BD-9FD0-66E732C3C503}" type="parTrans" cxnId="{07D2996B-84CC-4B14-B16F-840F71E9A1F5}">
      <dgm:prSet/>
      <dgm:spPr/>
      <dgm:t>
        <a:bodyPr/>
        <a:lstStyle/>
        <a:p>
          <a:endParaRPr lang="en-IN"/>
        </a:p>
      </dgm:t>
    </dgm:pt>
    <dgm:pt modelId="{2B58DE52-C58B-41DF-ABD3-2779C32F0BE3}" type="sibTrans" cxnId="{07D2996B-84CC-4B14-B16F-840F71E9A1F5}">
      <dgm:prSet/>
      <dgm:spPr/>
      <dgm:t>
        <a:bodyPr/>
        <a:lstStyle/>
        <a:p>
          <a:endParaRPr lang="en-IN"/>
        </a:p>
      </dgm:t>
    </dgm:pt>
    <dgm:pt modelId="{55E44483-202A-4DAF-BCC3-ECFB9C8B3FC4}">
      <dgm:prSet/>
      <dgm:spPr/>
      <dgm:t>
        <a:bodyPr/>
        <a:lstStyle/>
        <a:p>
          <a:pPr>
            <a:lnSpc>
              <a:spcPct val="100000"/>
            </a:lnSpc>
            <a:defRPr b="1"/>
          </a:pPr>
          <a:r>
            <a:rPr lang="en-IN"/>
            <a:t>Rainy Weather Reduces Usage</a:t>
          </a:r>
        </a:p>
      </dgm:t>
    </dgm:pt>
    <dgm:pt modelId="{50168E56-373D-48E4-A754-A28E4D2C89D6}" type="parTrans" cxnId="{6B6A5E00-EE7C-457A-AE8F-6608F21A1E3A}">
      <dgm:prSet/>
      <dgm:spPr/>
      <dgm:t>
        <a:bodyPr/>
        <a:lstStyle/>
        <a:p>
          <a:endParaRPr lang="en-IN"/>
        </a:p>
      </dgm:t>
    </dgm:pt>
    <dgm:pt modelId="{4AD56D8B-B0E2-41B0-9923-6758A9B29B0F}" type="sibTrans" cxnId="{6B6A5E00-EE7C-457A-AE8F-6608F21A1E3A}">
      <dgm:prSet/>
      <dgm:spPr/>
      <dgm:t>
        <a:bodyPr/>
        <a:lstStyle/>
        <a:p>
          <a:pPr>
            <a:lnSpc>
              <a:spcPct val="100000"/>
            </a:lnSpc>
            <a:defRPr b="1"/>
          </a:pPr>
          <a:endParaRPr lang="en-IN"/>
        </a:p>
      </dgm:t>
    </dgm:pt>
    <dgm:pt modelId="{4D0C2B52-1AA6-41AB-B37E-09313B41DC08}">
      <dgm:prSet/>
      <dgm:spPr/>
      <dgm:t>
        <a:bodyPr/>
        <a:lstStyle/>
        <a:p>
          <a:pPr>
            <a:lnSpc>
              <a:spcPct val="100000"/>
            </a:lnSpc>
          </a:pPr>
          <a:r>
            <a:rPr lang="en-IN"/>
            <a:t>Rainy weather discourages bike rentals due to wet, slippery roads and rider discomfort, lowering demand.</a:t>
          </a:r>
        </a:p>
      </dgm:t>
    </dgm:pt>
    <dgm:pt modelId="{46CD9622-452A-432B-A5DC-4A3C10BF1651}" type="parTrans" cxnId="{15B77730-CCDB-4340-9A7E-1ECF9F50EDD7}">
      <dgm:prSet/>
      <dgm:spPr/>
      <dgm:t>
        <a:bodyPr/>
        <a:lstStyle/>
        <a:p>
          <a:endParaRPr lang="en-IN"/>
        </a:p>
      </dgm:t>
    </dgm:pt>
    <dgm:pt modelId="{8DBA40BA-FDE4-490E-9335-48BF67EBBDD7}" type="sibTrans" cxnId="{15B77730-CCDB-4340-9A7E-1ECF9F50EDD7}">
      <dgm:prSet/>
      <dgm:spPr/>
      <dgm:t>
        <a:bodyPr/>
        <a:lstStyle/>
        <a:p>
          <a:endParaRPr lang="en-IN"/>
        </a:p>
      </dgm:t>
    </dgm:pt>
    <dgm:pt modelId="{F1A51406-CB20-4F50-A23F-F5F15A3951EE}">
      <dgm:prSet/>
      <dgm:spPr/>
      <dgm:t>
        <a:bodyPr/>
        <a:lstStyle/>
        <a:p>
          <a:pPr>
            <a:lnSpc>
              <a:spcPct val="100000"/>
            </a:lnSpc>
            <a:defRPr b="1"/>
          </a:pPr>
          <a:r>
            <a:rPr lang="en-IN"/>
            <a:t>Cloudy Weather Lowers Rentals</a:t>
          </a:r>
        </a:p>
      </dgm:t>
    </dgm:pt>
    <dgm:pt modelId="{B39D1450-CBA5-42C8-BADC-26811116222D}" type="parTrans" cxnId="{32684DC8-C63F-4296-8D76-AB69D5A888E5}">
      <dgm:prSet/>
      <dgm:spPr/>
      <dgm:t>
        <a:bodyPr/>
        <a:lstStyle/>
        <a:p>
          <a:endParaRPr lang="en-IN"/>
        </a:p>
      </dgm:t>
    </dgm:pt>
    <dgm:pt modelId="{24BD9EF7-1197-458A-808F-E4715D256857}" type="sibTrans" cxnId="{32684DC8-C63F-4296-8D76-AB69D5A888E5}">
      <dgm:prSet/>
      <dgm:spPr/>
      <dgm:t>
        <a:bodyPr/>
        <a:lstStyle/>
        <a:p>
          <a:endParaRPr lang="en-IN"/>
        </a:p>
      </dgm:t>
    </dgm:pt>
    <dgm:pt modelId="{A368F566-92C4-4E52-9BEC-19D0B391B091}">
      <dgm:prSet/>
      <dgm:spPr/>
      <dgm:t>
        <a:bodyPr/>
        <a:lstStyle/>
        <a:p>
          <a:pPr>
            <a:lnSpc>
              <a:spcPct val="100000"/>
            </a:lnSpc>
          </a:pPr>
          <a:r>
            <a:rPr lang="en-IN"/>
            <a:t>Cloudy days result in fewer rentals as riders anticipate less enjoyable and possibly unsafe riding conditions.</a:t>
          </a:r>
        </a:p>
      </dgm:t>
    </dgm:pt>
    <dgm:pt modelId="{FB0B9CBD-C44A-4D4E-923E-EECA91ECA19B}" type="parTrans" cxnId="{3367B025-7EFD-4E3C-914F-85020B904F51}">
      <dgm:prSet/>
      <dgm:spPr/>
      <dgm:t>
        <a:bodyPr/>
        <a:lstStyle/>
        <a:p>
          <a:endParaRPr lang="en-IN"/>
        </a:p>
      </dgm:t>
    </dgm:pt>
    <dgm:pt modelId="{7B8B4BD0-295C-46AC-8DE2-C8742DAFCA2F}" type="sibTrans" cxnId="{3367B025-7EFD-4E3C-914F-85020B904F51}">
      <dgm:prSet/>
      <dgm:spPr/>
      <dgm:t>
        <a:bodyPr/>
        <a:lstStyle/>
        <a:p>
          <a:endParaRPr lang="en-IN"/>
        </a:p>
      </dgm:t>
    </dgm:pt>
    <dgm:pt modelId="{271A81AF-418C-4FAE-A3A0-184DCD7D5D0F}" type="pres">
      <dgm:prSet presAssocID="{A150846E-0737-4610-AA20-6229379AB43E}" presName="Root" presStyleCnt="0">
        <dgm:presLayoutVars>
          <dgm:dir/>
          <dgm:resizeHandles val="exact"/>
        </dgm:presLayoutVars>
      </dgm:prSet>
      <dgm:spPr/>
    </dgm:pt>
    <dgm:pt modelId="{4FD4E8BD-D5BC-4F00-9EF3-9F047501644C}" type="pres">
      <dgm:prSet presAssocID="{9236D9EE-E075-43BC-9335-7D53E4AA7235}" presName="Composite" presStyleCnt="0"/>
      <dgm:spPr/>
    </dgm:pt>
    <dgm:pt modelId="{6F257C19-6B6A-48E8-9DD9-71640B73450E}" type="pres">
      <dgm:prSet presAssocID="{9236D9EE-E075-43BC-9335-7D53E4AA7235}"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r="33249" b="-2"/>
          <a:stretch/>
        </a:blipFill>
      </dgm:spPr>
      <dgm:extLst>
        <a:ext uri="{E40237B7-FDA0-4F09-8148-C483321AD2D9}">
          <dgm14:cNvPr xmlns:dgm14="http://schemas.microsoft.com/office/drawing/2010/diagram" id="0" name="" descr="Bicycle"/>
        </a:ext>
      </dgm:extLst>
    </dgm:pt>
    <dgm:pt modelId="{E15E916F-0418-4B81-8106-EAD3D7219887}" type="pres">
      <dgm:prSet presAssocID="{9236D9EE-E075-43BC-9335-7D53E4AA7235}" presName="Subtitle" presStyleLbl="revTx" presStyleIdx="0" presStyleCnt="6">
        <dgm:presLayoutVars>
          <dgm:chMax val="0"/>
          <dgm:bulletEnabled/>
        </dgm:presLayoutVars>
      </dgm:prSet>
      <dgm:spPr/>
    </dgm:pt>
    <dgm:pt modelId="{F23F4EBA-33AB-47B5-99A9-922A852A48B1}" type="pres">
      <dgm:prSet presAssocID="{9236D9EE-E075-43BC-9335-7D53E4AA7235}" presName="Description" presStyleLbl="revTx" presStyleIdx="1" presStyleCnt="6">
        <dgm:presLayoutVars>
          <dgm:bulletEnabled/>
        </dgm:presLayoutVars>
      </dgm:prSet>
      <dgm:spPr/>
    </dgm:pt>
    <dgm:pt modelId="{44964B19-6773-41EB-85A3-9AF6A4E9B1AA}" type="pres">
      <dgm:prSet presAssocID="{84D8C554-8984-406D-8BBF-3B0C7989B66B}" presName="sibTrans" presStyleLbl="sibTrans2D1" presStyleIdx="0" presStyleCnt="0"/>
      <dgm:spPr/>
    </dgm:pt>
    <dgm:pt modelId="{DE63B297-96BA-4F7A-8467-83BDE66F03EB}" type="pres">
      <dgm:prSet presAssocID="{55E44483-202A-4DAF-BCC3-ECFB9C8B3FC4}" presName="Composite" presStyleCnt="0"/>
      <dgm:spPr/>
    </dgm:pt>
    <dgm:pt modelId="{38DDF205-7A0E-4DDD-965D-F75F57D1AA91}" type="pres">
      <dgm:prSet presAssocID="{55E44483-202A-4DAF-BCC3-ECFB9C8B3FC4}"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9930" r="23319" b="-2"/>
          <a:stretch/>
        </a:blipFill>
      </dgm:spPr>
      <dgm:extLst>
        <a:ext uri="{E40237B7-FDA0-4F09-8148-C483321AD2D9}">
          <dgm14:cNvPr xmlns:dgm14="http://schemas.microsoft.com/office/drawing/2010/diagram" id="0" name="" descr="Bicycle detail in cobblestone street"/>
        </a:ext>
      </dgm:extLst>
    </dgm:pt>
    <dgm:pt modelId="{695EDFB9-A0F6-4297-950E-293D923D5423}" type="pres">
      <dgm:prSet presAssocID="{55E44483-202A-4DAF-BCC3-ECFB9C8B3FC4}" presName="Subtitle" presStyleLbl="revTx" presStyleIdx="2" presStyleCnt="6">
        <dgm:presLayoutVars>
          <dgm:chMax val="0"/>
          <dgm:bulletEnabled/>
        </dgm:presLayoutVars>
      </dgm:prSet>
      <dgm:spPr/>
    </dgm:pt>
    <dgm:pt modelId="{8F6BAC43-ED7F-4E63-84F5-D7812BAF04FE}" type="pres">
      <dgm:prSet presAssocID="{55E44483-202A-4DAF-BCC3-ECFB9C8B3FC4}" presName="Description" presStyleLbl="revTx" presStyleIdx="3" presStyleCnt="6">
        <dgm:presLayoutVars>
          <dgm:bulletEnabled/>
        </dgm:presLayoutVars>
      </dgm:prSet>
      <dgm:spPr/>
    </dgm:pt>
    <dgm:pt modelId="{CAB5F008-5625-4346-AFF6-87E9FB4117A6}" type="pres">
      <dgm:prSet presAssocID="{4AD56D8B-B0E2-41B0-9923-6758A9B29B0F}" presName="sibTrans" presStyleLbl="sibTrans2D1" presStyleIdx="0" presStyleCnt="0"/>
      <dgm:spPr/>
    </dgm:pt>
    <dgm:pt modelId="{B6A6D527-CF6E-4A41-891C-2FEB6113CAC7}" type="pres">
      <dgm:prSet presAssocID="{F1A51406-CB20-4F50-A23F-F5F15A3951EE}" presName="Composite" presStyleCnt="0"/>
      <dgm:spPr/>
    </dgm:pt>
    <dgm:pt modelId="{F7E44CC2-38A2-4317-87B7-4EB6D77F4607}" type="pres">
      <dgm:prSet presAssocID="{F1A51406-CB20-4F50-A23F-F5F15A3951EE}"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12927" r="20322" b="-2"/>
          <a:stretch/>
        </a:blipFill>
      </dgm:spPr>
      <dgm:extLst>
        <a:ext uri="{E40237B7-FDA0-4F09-8148-C483321AD2D9}">
          <dgm14:cNvPr xmlns:dgm14="http://schemas.microsoft.com/office/drawing/2010/diagram" id="0" name="" descr="Two empty bicycles in the foreground against a cloudy background in summer on holidays."/>
        </a:ext>
      </dgm:extLst>
    </dgm:pt>
    <dgm:pt modelId="{44988882-D642-499F-80A4-08FE37566E24}" type="pres">
      <dgm:prSet presAssocID="{F1A51406-CB20-4F50-A23F-F5F15A3951EE}" presName="Subtitle" presStyleLbl="revTx" presStyleIdx="4" presStyleCnt="6">
        <dgm:presLayoutVars>
          <dgm:chMax val="0"/>
          <dgm:bulletEnabled/>
        </dgm:presLayoutVars>
      </dgm:prSet>
      <dgm:spPr/>
    </dgm:pt>
    <dgm:pt modelId="{D28156CC-DB5B-494B-8C09-AA809262D3FA}" type="pres">
      <dgm:prSet presAssocID="{F1A51406-CB20-4F50-A23F-F5F15A3951EE}" presName="Description" presStyleLbl="revTx" presStyleIdx="5" presStyleCnt="6">
        <dgm:presLayoutVars>
          <dgm:bulletEnabled/>
        </dgm:presLayoutVars>
      </dgm:prSet>
      <dgm:spPr/>
    </dgm:pt>
  </dgm:ptLst>
  <dgm:cxnLst>
    <dgm:cxn modelId="{6B6A5E00-EE7C-457A-AE8F-6608F21A1E3A}" srcId="{A150846E-0737-4610-AA20-6229379AB43E}" destId="{55E44483-202A-4DAF-BCC3-ECFB9C8B3FC4}" srcOrd="1" destOrd="0" parTransId="{50168E56-373D-48E4-A754-A28E4D2C89D6}" sibTransId="{4AD56D8B-B0E2-41B0-9923-6758A9B29B0F}"/>
    <dgm:cxn modelId="{3367B025-7EFD-4E3C-914F-85020B904F51}" srcId="{F1A51406-CB20-4F50-A23F-F5F15A3951EE}" destId="{A368F566-92C4-4E52-9BEC-19D0B391B091}" srcOrd="0" destOrd="0" parTransId="{FB0B9CBD-C44A-4D4E-923E-EECA91ECA19B}" sibTransId="{7B8B4BD0-295C-46AC-8DE2-C8742DAFCA2F}"/>
    <dgm:cxn modelId="{15B77730-CCDB-4340-9A7E-1ECF9F50EDD7}" srcId="{55E44483-202A-4DAF-BCC3-ECFB9C8B3FC4}" destId="{4D0C2B52-1AA6-41AB-B37E-09313B41DC08}" srcOrd="0" destOrd="0" parTransId="{46CD9622-452A-432B-A5DC-4A3C10BF1651}" sibTransId="{8DBA40BA-FDE4-490E-9335-48BF67EBBDD7}"/>
    <dgm:cxn modelId="{B4131348-8317-4F77-96CA-853D45302C53}" type="presOf" srcId="{9236D9EE-E075-43BC-9335-7D53E4AA7235}" destId="{E15E916F-0418-4B81-8106-EAD3D7219887}" srcOrd="0" destOrd="0" presId="urn:microsoft.com/office/officeart/2024/3/layout/verticalVisualTextBlock1"/>
    <dgm:cxn modelId="{36648748-17E3-4664-92C6-9CB1116313CF}" type="presOf" srcId="{F1A51406-CB20-4F50-A23F-F5F15A3951EE}" destId="{44988882-D642-499F-80A4-08FE37566E24}" srcOrd="0" destOrd="0" presId="urn:microsoft.com/office/officeart/2024/3/layout/verticalVisualTextBlock1"/>
    <dgm:cxn modelId="{07D2996B-84CC-4B14-B16F-840F71E9A1F5}" srcId="{9236D9EE-E075-43BC-9335-7D53E4AA7235}" destId="{436DBC41-E6D9-46F0-A8DE-25E18A1272A0}" srcOrd="0" destOrd="0" parTransId="{2CE04973-877F-43BD-9FD0-66E732C3C503}" sibTransId="{2B58DE52-C58B-41DF-ABD3-2779C32F0BE3}"/>
    <dgm:cxn modelId="{A2430C70-6B92-44EA-87F1-ACA2EE1CADC5}" type="presOf" srcId="{4AD56D8B-B0E2-41B0-9923-6758A9B29B0F}" destId="{CAB5F008-5625-4346-AFF6-87E9FB4117A6}" srcOrd="0" destOrd="0" presId="urn:microsoft.com/office/officeart/2024/3/layout/verticalVisualTextBlock1"/>
    <dgm:cxn modelId="{F6233255-F545-49FB-8E0D-72502E9A5A74}" type="presOf" srcId="{A368F566-92C4-4E52-9BEC-19D0B391B091}" destId="{D28156CC-DB5B-494B-8C09-AA809262D3FA}" srcOrd="0" destOrd="0" presId="urn:microsoft.com/office/officeart/2024/3/layout/verticalVisualTextBlock1"/>
    <dgm:cxn modelId="{D21CE656-9584-4312-95A7-6D41913AFA0E}" type="presOf" srcId="{55E44483-202A-4DAF-BCC3-ECFB9C8B3FC4}" destId="{695EDFB9-A0F6-4297-950E-293D923D5423}" srcOrd="0" destOrd="0" presId="urn:microsoft.com/office/officeart/2024/3/layout/verticalVisualTextBlock1"/>
    <dgm:cxn modelId="{79542F58-87D4-4EFB-98A0-5FAFE35FA422}" type="presOf" srcId="{A150846E-0737-4610-AA20-6229379AB43E}" destId="{271A81AF-418C-4FAE-A3A0-184DCD7D5D0F}" srcOrd="0" destOrd="0" presId="urn:microsoft.com/office/officeart/2024/3/layout/verticalVisualTextBlock1"/>
    <dgm:cxn modelId="{6D452E89-9BD6-428C-BD81-1944AC6DC515}" srcId="{A150846E-0737-4610-AA20-6229379AB43E}" destId="{9236D9EE-E075-43BC-9335-7D53E4AA7235}" srcOrd="0" destOrd="0" parTransId="{058AF276-A3E6-4019-BF23-A7A088036ED3}" sibTransId="{84D8C554-8984-406D-8BBF-3B0C7989B66B}"/>
    <dgm:cxn modelId="{32684DC8-C63F-4296-8D76-AB69D5A888E5}" srcId="{A150846E-0737-4610-AA20-6229379AB43E}" destId="{F1A51406-CB20-4F50-A23F-F5F15A3951EE}" srcOrd="2" destOrd="0" parTransId="{B39D1450-CBA5-42C8-BADC-26811116222D}" sibTransId="{24BD9EF7-1197-458A-808F-E4715D256857}"/>
    <dgm:cxn modelId="{2F152FD0-F9CA-4639-A1B4-B9961DC9936D}" type="presOf" srcId="{436DBC41-E6D9-46F0-A8DE-25E18A1272A0}" destId="{F23F4EBA-33AB-47B5-99A9-922A852A48B1}" srcOrd="0" destOrd="0" presId="urn:microsoft.com/office/officeart/2024/3/layout/verticalVisualTextBlock1"/>
    <dgm:cxn modelId="{D7B7D3D5-C472-4A4B-AD30-D66F529F30F3}" type="presOf" srcId="{84D8C554-8984-406D-8BBF-3B0C7989B66B}" destId="{44964B19-6773-41EB-85A3-9AF6A4E9B1AA}" srcOrd="0" destOrd="0" presId="urn:microsoft.com/office/officeart/2024/3/layout/verticalVisualTextBlock1"/>
    <dgm:cxn modelId="{E96BA9E5-571E-4DA0-A9F7-D71EF40C8FA2}" type="presOf" srcId="{4D0C2B52-1AA6-41AB-B37E-09313B41DC08}" destId="{8F6BAC43-ED7F-4E63-84F5-D7812BAF04FE}" srcOrd="0" destOrd="0" presId="urn:microsoft.com/office/officeart/2024/3/layout/verticalVisualTextBlock1"/>
    <dgm:cxn modelId="{C10ECDDC-7F4E-4846-B088-0A93A642ACD5}" type="presParOf" srcId="{271A81AF-418C-4FAE-A3A0-184DCD7D5D0F}" destId="{4FD4E8BD-D5BC-4F00-9EF3-9F047501644C}" srcOrd="0" destOrd="0" presId="urn:microsoft.com/office/officeart/2024/3/layout/verticalVisualTextBlock1"/>
    <dgm:cxn modelId="{21A01D2A-D0F2-4F74-B3AB-72A26AAA7AC0}" type="presParOf" srcId="{4FD4E8BD-D5BC-4F00-9EF3-9F047501644C}" destId="{6F257C19-6B6A-48E8-9DD9-71640B73450E}" srcOrd="0" destOrd="0" presId="urn:microsoft.com/office/officeart/2024/3/layout/verticalVisualTextBlock1"/>
    <dgm:cxn modelId="{339FC233-36BD-4A0F-BE63-EA3B14CB83E1}" type="presParOf" srcId="{4FD4E8BD-D5BC-4F00-9EF3-9F047501644C}" destId="{E15E916F-0418-4B81-8106-EAD3D7219887}" srcOrd="1" destOrd="0" presId="urn:microsoft.com/office/officeart/2024/3/layout/verticalVisualTextBlock1"/>
    <dgm:cxn modelId="{A5356E4E-989D-428D-A70E-0A7E738B3782}" type="presParOf" srcId="{4FD4E8BD-D5BC-4F00-9EF3-9F047501644C}" destId="{F23F4EBA-33AB-47B5-99A9-922A852A48B1}" srcOrd="2" destOrd="0" presId="urn:microsoft.com/office/officeart/2024/3/layout/verticalVisualTextBlock1"/>
    <dgm:cxn modelId="{BCB0A084-FAA2-467F-ACFE-AD05C01ABDD8}" type="presParOf" srcId="{271A81AF-418C-4FAE-A3A0-184DCD7D5D0F}" destId="{44964B19-6773-41EB-85A3-9AF6A4E9B1AA}" srcOrd="1" destOrd="0" presId="urn:microsoft.com/office/officeart/2024/3/layout/verticalVisualTextBlock1"/>
    <dgm:cxn modelId="{3FA513F7-ECF3-4371-AB15-283AF745542C}" type="presParOf" srcId="{271A81AF-418C-4FAE-A3A0-184DCD7D5D0F}" destId="{DE63B297-96BA-4F7A-8467-83BDE66F03EB}" srcOrd="2" destOrd="0" presId="urn:microsoft.com/office/officeart/2024/3/layout/verticalVisualTextBlock1"/>
    <dgm:cxn modelId="{FA6BC50E-966A-4AED-B834-6BCB51F24A9F}" type="presParOf" srcId="{DE63B297-96BA-4F7A-8467-83BDE66F03EB}" destId="{38DDF205-7A0E-4DDD-965D-F75F57D1AA91}" srcOrd="0" destOrd="0" presId="urn:microsoft.com/office/officeart/2024/3/layout/verticalVisualTextBlock1"/>
    <dgm:cxn modelId="{60D35A5F-363A-4C15-A67F-F258E8A33403}" type="presParOf" srcId="{DE63B297-96BA-4F7A-8467-83BDE66F03EB}" destId="{695EDFB9-A0F6-4297-950E-293D923D5423}" srcOrd="1" destOrd="0" presId="urn:microsoft.com/office/officeart/2024/3/layout/verticalVisualTextBlock1"/>
    <dgm:cxn modelId="{12E38465-48B9-4D67-8308-48E4568AE03A}" type="presParOf" srcId="{DE63B297-96BA-4F7A-8467-83BDE66F03EB}" destId="{8F6BAC43-ED7F-4E63-84F5-D7812BAF04FE}" srcOrd="2" destOrd="0" presId="urn:microsoft.com/office/officeart/2024/3/layout/verticalVisualTextBlock1"/>
    <dgm:cxn modelId="{9ECA0051-8979-46B5-A6E5-6C6245CC707B}" type="presParOf" srcId="{271A81AF-418C-4FAE-A3A0-184DCD7D5D0F}" destId="{CAB5F008-5625-4346-AFF6-87E9FB4117A6}" srcOrd="3" destOrd="0" presId="urn:microsoft.com/office/officeart/2024/3/layout/verticalVisualTextBlock1"/>
    <dgm:cxn modelId="{5BE1E3BF-3F99-43D1-9154-188D9E3B6156}" type="presParOf" srcId="{271A81AF-418C-4FAE-A3A0-184DCD7D5D0F}" destId="{B6A6D527-CF6E-4A41-891C-2FEB6113CAC7}" srcOrd="4" destOrd="0" presId="urn:microsoft.com/office/officeart/2024/3/layout/verticalVisualTextBlock1"/>
    <dgm:cxn modelId="{61211F90-2677-46C5-8796-DD27180E3299}" type="presParOf" srcId="{B6A6D527-CF6E-4A41-891C-2FEB6113CAC7}" destId="{F7E44CC2-38A2-4317-87B7-4EB6D77F4607}" srcOrd="0" destOrd="0" presId="urn:microsoft.com/office/officeart/2024/3/layout/verticalVisualTextBlock1"/>
    <dgm:cxn modelId="{C02B8151-505E-492E-A60B-67B93C69C601}" type="presParOf" srcId="{B6A6D527-CF6E-4A41-891C-2FEB6113CAC7}" destId="{44988882-D642-499F-80A4-08FE37566E24}" srcOrd="1" destOrd="0" presId="urn:microsoft.com/office/officeart/2024/3/layout/verticalVisualTextBlock1"/>
    <dgm:cxn modelId="{7F17F153-E021-455F-B689-0F86FB973CBB}" type="presParOf" srcId="{B6A6D527-CF6E-4A41-891C-2FEB6113CAC7}" destId="{D28156CC-DB5B-494B-8C09-AA809262D3FA}"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FEFE84A-BF4C-4CE4-80EF-E8739A259654}"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EEEA0349-5D91-42A3-9525-9674470DECF6}">
      <dgm:prSet/>
      <dgm:spPr/>
      <dgm:t>
        <a:bodyPr/>
        <a:lstStyle/>
        <a:p>
          <a:pPr>
            <a:lnSpc>
              <a:spcPct val="100000"/>
            </a:lnSpc>
            <a:defRPr b="1"/>
          </a:pPr>
          <a:r>
            <a:rPr lang="en-US"/>
            <a:t>Influence of Environmental Factors</a:t>
          </a:r>
        </a:p>
      </dgm:t>
    </dgm:pt>
    <dgm:pt modelId="{C84F6E0E-607B-41F1-BD95-7B9E45243F38}" type="parTrans" cxnId="{958B1E32-5BB7-4B49-9223-C9A8A1AE8EFB}">
      <dgm:prSet/>
      <dgm:spPr/>
      <dgm:t>
        <a:bodyPr/>
        <a:lstStyle/>
        <a:p>
          <a:endParaRPr lang="en-US"/>
        </a:p>
      </dgm:t>
    </dgm:pt>
    <dgm:pt modelId="{09FC89E0-8A10-427B-A07E-6956BD02F0EE}" type="sibTrans" cxnId="{958B1E32-5BB7-4B49-9223-C9A8A1AE8EFB}">
      <dgm:prSet/>
      <dgm:spPr/>
      <dgm:t>
        <a:bodyPr/>
        <a:lstStyle/>
        <a:p>
          <a:pPr>
            <a:lnSpc>
              <a:spcPct val="100000"/>
            </a:lnSpc>
            <a:defRPr b="1"/>
          </a:pPr>
          <a:endParaRPr lang="en-US"/>
        </a:p>
      </dgm:t>
    </dgm:pt>
    <dgm:pt modelId="{CEF4924F-9A87-4B23-9627-BE852852F837}">
      <dgm:prSet/>
      <dgm:spPr/>
      <dgm:t>
        <a:bodyPr/>
        <a:lstStyle/>
        <a:p>
          <a:pPr>
            <a:lnSpc>
              <a:spcPct val="100000"/>
            </a:lnSpc>
          </a:pPr>
          <a:r>
            <a:rPr lang="en-US"/>
            <a:t>Environmental conditions like weather greatly impact bike rental demand and usage patterns.</a:t>
          </a:r>
        </a:p>
      </dgm:t>
    </dgm:pt>
    <dgm:pt modelId="{A7FB8F89-685E-4F78-8789-C21F3137C816}" type="parTrans" cxnId="{6A73B118-639C-4832-A121-45E6CF265ED3}">
      <dgm:prSet/>
      <dgm:spPr/>
      <dgm:t>
        <a:bodyPr/>
        <a:lstStyle/>
        <a:p>
          <a:endParaRPr lang="en-US"/>
        </a:p>
      </dgm:t>
    </dgm:pt>
    <dgm:pt modelId="{A8B5CAD4-E5C4-4BBA-891A-FF8B9C59BC54}" type="sibTrans" cxnId="{6A73B118-639C-4832-A121-45E6CF265ED3}">
      <dgm:prSet/>
      <dgm:spPr/>
      <dgm:t>
        <a:bodyPr/>
        <a:lstStyle/>
        <a:p>
          <a:endParaRPr lang="en-US"/>
        </a:p>
      </dgm:t>
    </dgm:pt>
    <dgm:pt modelId="{7378033E-23AC-49A4-AE32-642A4CF32285}">
      <dgm:prSet/>
      <dgm:spPr/>
      <dgm:t>
        <a:bodyPr/>
        <a:lstStyle/>
        <a:p>
          <a:pPr>
            <a:lnSpc>
              <a:spcPct val="100000"/>
            </a:lnSpc>
            <a:defRPr b="1"/>
          </a:pPr>
          <a:r>
            <a:rPr lang="en-US"/>
            <a:t>Temporal Demand Patterns</a:t>
          </a:r>
        </a:p>
      </dgm:t>
    </dgm:pt>
    <dgm:pt modelId="{A9F00DA9-3C52-40BA-9411-7254092CD5BA}" type="parTrans" cxnId="{C71BCF6C-69CF-4C31-BE58-284FEBA024A7}">
      <dgm:prSet/>
      <dgm:spPr/>
      <dgm:t>
        <a:bodyPr/>
        <a:lstStyle/>
        <a:p>
          <a:endParaRPr lang="en-US"/>
        </a:p>
      </dgm:t>
    </dgm:pt>
    <dgm:pt modelId="{4FC685F5-8EF6-49EF-BE35-74242E71088C}" type="sibTrans" cxnId="{C71BCF6C-69CF-4C31-BE58-284FEBA024A7}">
      <dgm:prSet/>
      <dgm:spPr/>
      <dgm:t>
        <a:bodyPr/>
        <a:lstStyle/>
        <a:p>
          <a:pPr>
            <a:lnSpc>
              <a:spcPct val="100000"/>
            </a:lnSpc>
            <a:defRPr b="1"/>
          </a:pPr>
          <a:endParaRPr lang="en-US"/>
        </a:p>
      </dgm:t>
    </dgm:pt>
    <dgm:pt modelId="{70450AB1-0098-4329-9BCD-F250D74D51AD}">
      <dgm:prSet/>
      <dgm:spPr/>
      <dgm:t>
        <a:bodyPr/>
        <a:lstStyle/>
        <a:p>
          <a:pPr>
            <a:lnSpc>
              <a:spcPct val="100000"/>
            </a:lnSpc>
          </a:pPr>
          <a:r>
            <a:rPr lang="en-US"/>
            <a:t>Time factors such as peak hours and seasons influence rental fluctuations and user behavior.</a:t>
          </a:r>
        </a:p>
      </dgm:t>
    </dgm:pt>
    <dgm:pt modelId="{A2F495D9-7BEA-47BA-A761-693AF328AD2A}" type="parTrans" cxnId="{C5456D3D-13E2-4E91-8F8F-4C79DC7832B9}">
      <dgm:prSet/>
      <dgm:spPr/>
      <dgm:t>
        <a:bodyPr/>
        <a:lstStyle/>
        <a:p>
          <a:endParaRPr lang="en-US"/>
        </a:p>
      </dgm:t>
    </dgm:pt>
    <dgm:pt modelId="{F00FE8A9-4A1A-4BFA-8ECF-366CD7D84068}" type="sibTrans" cxnId="{C5456D3D-13E2-4E91-8F8F-4C79DC7832B9}">
      <dgm:prSet/>
      <dgm:spPr/>
      <dgm:t>
        <a:bodyPr/>
        <a:lstStyle/>
        <a:p>
          <a:endParaRPr lang="en-US"/>
        </a:p>
      </dgm:t>
    </dgm:pt>
    <dgm:pt modelId="{967FA573-DEE0-4244-B8AA-3B85BB090189}">
      <dgm:prSet/>
      <dgm:spPr/>
      <dgm:t>
        <a:bodyPr/>
        <a:lstStyle/>
        <a:p>
          <a:pPr>
            <a:lnSpc>
              <a:spcPct val="100000"/>
            </a:lnSpc>
            <a:defRPr b="1"/>
          </a:pPr>
          <a:r>
            <a:rPr lang="en-US"/>
            <a:t>Data-Driven Service Optimization</a:t>
          </a:r>
        </a:p>
      </dgm:t>
    </dgm:pt>
    <dgm:pt modelId="{092112EC-F4CC-4352-AE97-81F3CDCF043C}" type="parTrans" cxnId="{BB716AD4-D3F8-4CCD-974C-D0F1712E45F0}">
      <dgm:prSet/>
      <dgm:spPr/>
      <dgm:t>
        <a:bodyPr/>
        <a:lstStyle/>
        <a:p>
          <a:endParaRPr lang="en-US"/>
        </a:p>
      </dgm:t>
    </dgm:pt>
    <dgm:pt modelId="{438E7C6D-D519-43CF-8583-4F4B148330E0}" type="sibTrans" cxnId="{BB716AD4-D3F8-4CCD-974C-D0F1712E45F0}">
      <dgm:prSet/>
      <dgm:spPr/>
      <dgm:t>
        <a:bodyPr/>
        <a:lstStyle/>
        <a:p>
          <a:pPr>
            <a:lnSpc>
              <a:spcPct val="100000"/>
            </a:lnSpc>
            <a:defRPr b="1"/>
          </a:pPr>
          <a:endParaRPr lang="en-US"/>
        </a:p>
      </dgm:t>
    </dgm:pt>
    <dgm:pt modelId="{107E8407-C224-4161-80ED-C4782F94CE26}">
      <dgm:prSet/>
      <dgm:spPr/>
      <dgm:t>
        <a:bodyPr/>
        <a:lstStyle/>
        <a:p>
          <a:pPr>
            <a:lnSpc>
              <a:spcPct val="100000"/>
            </a:lnSpc>
          </a:pPr>
          <a:r>
            <a:rPr lang="en-US"/>
            <a:t>Leveraging data insights helps bike services enhance user experience and manage demand efficiently.</a:t>
          </a:r>
        </a:p>
      </dgm:t>
    </dgm:pt>
    <dgm:pt modelId="{963CEF98-2C31-4A4F-BFFE-E9257E7C6D9A}" type="parTrans" cxnId="{3A43C2E6-3768-4D50-A76A-347D861D8920}">
      <dgm:prSet/>
      <dgm:spPr/>
      <dgm:t>
        <a:bodyPr/>
        <a:lstStyle/>
        <a:p>
          <a:endParaRPr lang="en-US"/>
        </a:p>
      </dgm:t>
    </dgm:pt>
    <dgm:pt modelId="{D29ACA9B-4129-469D-AE79-CA6E20F364AF}" type="sibTrans" cxnId="{3A43C2E6-3768-4D50-A76A-347D861D8920}">
      <dgm:prSet/>
      <dgm:spPr/>
      <dgm:t>
        <a:bodyPr/>
        <a:lstStyle/>
        <a:p>
          <a:endParaRPr lang="en-US"/>
        </a:p>
      </dgm:t>
    </dgm:pt>
    <dgm:pt modelId="{05358058-C6F3-45CC-B8B3-5EDC9E2490BC}">
      <dgm:prSet/>
      <dgm:spPr/>
      <dgm:t>
        <a:bodyPr/>
        <a:lstStyle/>
        <a:p>
          <a:pPr>
            <a:lnSpc>
              <a:spcPct val="100000"/>
            </a:lnSpc>
            <a:defRPr b="1"/>
          </a:pPr>
          <a:r>
            <a:rPr lang="en-US"/>
            <a:t>Promoting Sustainable Mobility</a:t>
          </a:r>
        </a:p>
      </dgm:t>
    </dgm:pt>
    <dgm:pt modelId="{4B6A7AD7-E83D-4C20-BA3A-9DAFAB7F109F}" type="parTrans" cxnId="{FFDEC6E0-6E61-452B-A701-248257CBC907}">
      <dgm:prSet/>
      <dgm:spPr/>
      <dgm:t>
        <a:bodyPr/>
        <a:lstStyle/>
        <a:p>
          <a:endParaRPr lang="en-US"/>
        </a:p>
      </dgm:t>
    </dgm:pt>
    <dgm:pt modelId="{8A704764-9F97-4185-99F3-78F183702988}" type="sibTrans" cxnId="{FFDEC6E0-6E61-452B-A701-248257CBC907}">
      <dgm:prSet/>
      <dgm:spPr/>
      <dgm:t>
        <a:bodyPr/>
        <a:lstStyle/>
        <a:p>
          <a:endParaRPr lang="en-US"/>
        </a:p>
      </dgm:t>
    </dgm:pt>
    <dgm:pt modelId="{4790B7E2-EA6F-4418-B9E4-449C266D4A5C}">
      <dgm:prSet/>
      <dgm:spPr/>
      <dgm:t>
        <a:bodyPr/>
        <a:lstStyle/>
        <a:p>
          <a:pPr>
            <a:lnSpc>
              <a:spcPct val="100000"/>
            </a:lnSpc>
          </a:pPr>
          <a:r>
            <a:rPr lang="en-US"/>
            <a:t>Bike rentals support sustainable urban transport, reducing emissions and traffic congestion.</a:t>
          </a:r>
        </a:p>
      </dgm:t>
    </dgm:pt>
    <dgm:pt modelId="{394EEBA5-C6A3-4B3F-85C9-5D5C56D9DE4C}" type="parTrans" cxnId="{9379A7B5-8820-4404-8DFD-E586EFF8B56B}">
      <dgm:prSet/>
      <dgm:spPr/>
      <dgm:t>
        <a:bodyPr/>
        <a:lstStyle/>
        <a:p>
          <a:endParaRPr lang="en-US"/>
        </a:p>
      </dgm:t>
    </dgm:pt>
    <dgm:pt modelId="{13401AA0-6C46-46FA-83DA-F397B7108516}" type="sibTrans" cxnId="{9379A7B5-8820-4404-8DFD-E586EFF8B56B}">
      <dgm:prSet/>
      <dgm:spPr/>
      <dgm:t>
        <a:bodyPr/>
        <a:lstStyle/>
        <a:p>
          <a:endParaRPr lang="en-US"/>
        </a:p>
      </dgm:t>
    </dgm:pt>
    <dgm:pt modelId="{D4C74CC1-0A29-488F-8366-F87BC193C3EC}" type="pres">
      <dgm:prSet presAssocID="{FFEFE84A-BF4C-4CE4-80EF-E8739A259654}" presName="Name0" presStyleCnt="0">
        <dgm:presLayoutVars>
          <dgm:dir/>
          <dgm:resizeHandles val="exact"/>
        </dgm:presLayoutVars>
      </dgm:prSet>
      <dgm:spPr/>
    </dgm:pt>
    <dgm:pt modelId="{5A55B960-5B78-4EA0-94E5-2689AD2BF123}" type="pres">
      <dgm:prSet presAssocID="{EEEA0349-5D91-42A3-9525-9674470DECF6}" presName="compNode" presStyleCnt="0"/>
      <dgm:spPr/>
    </dgm:pt>
    <dgm:pt modelId="{E693C02E-984F-454B-91CC-95DE15C8BD6C}" type="pres">
      <dgm:prSet presAssocID="{EEEA0349-5D91-42A3-9525-9674470DECF6}" presName="pictRect" presStyleLbl="revTx" presStyleIdx="0" presStyleCnt="8">
        <dgm:presLayoutVars>
          <dgm:chMax val="0"/>
          <dgm:bulletEnabled/>
        </dgm:presLayoutVars>
      </dgm:prSet>
      <dgm:spPr/>
    </dgm:pt>
    <dgm:pt modelId="{C0794ACC-9F88-44E8-B120-E45D1103042A}" type="pres">
      <dgm:prSet presAssocID="{EEEA0349-5D91-42A3-9525-9674470DECF6}" presName="textRect" presStyleLbl="revTx" presStyleIdx="1" presStyleCnt="8">
        <dgm:presLayoutVars>
          <dgm:bulletEnabled/>
        </dgm:presLayoutVars>
      </dgm:prSet>
      <dgm:spPr/>
    </dgm:pt>
    <dgm:pt modelId="{0EC68160-7CA8-4C6F-8B16-F1F19F3BED6B}" type="pres">
      <dgm:prSet presAssocID="{09FC89E0-8A10-427B-A07E-6956BD02F0EE}" presName="sibTrans" presStyleLbl="sibTrans2D1" presStyleIdx="0" presStyleCnt="0"/>
      <dgm:spPr/>
    </dgm:pt>
    <dgm:pt modelId="{56A6922C-B674-4E3E-BE91-61BD1C7420C2}" type="pres">
      <dgm:prSet presAssocID="{7378033E-23AC-49A4-AE32-642A4CF32285}" presName="compNode" presStyleCnt="0"/>
      <dgm:spPr/>
    </dgm:pt>
    <dgm:pt modelId="{6449BA29-FB86-4DC7-8405-23E97C92C435}" type="pres">
      <dgm:prSet presAssocID="{7378033E-23AC-49A4-AE32-642A4CF32285}" presName="pictRect" presStyleLbl="revTx" presStyleIdx="2" presStyleCnt="8">
        <dgm:presLayoutVars>
          <dgm:chMax val="0"/>
          <dgm:bulletEnabled/>
        </dgm:presLayoutVars>
      </dgm:prSet>
      <dgm:spPr/>
    </dgm:pt>
    <dgm:pt modelId="{0334EFAD-4713-4C1B-A762-726BA0CDC00A}" type="pres">
      <dgm:prSet presAssocID="{7378033E-23AC-49A4-AE32-642A4CF32285}" presName="textRect" presStyleLbl="revTx" presStyleIdx="3" presStyleCnt="8">
        <dgm:presLayoutVars>
          <dgm:bulletEnabled/>
        </dgm:presLayoutVars>
      </dgm:prSet>
      <dgm:spPr/>
    </dgm:pt>
    <dgm:pt modelId="{ADD2A62C-4199-4541-B303-DAB45EB72633}" type="pres">
      <dgm:prSet presAssocID="{4FC685F5-8EF6-49EF-BE35-74242E71088C}" presName="sibTrans" presStyleLbl="sibTrans2D1" presStyleIdx="0" presStyleCnt="0"/>
      <dgm:spPr/>
    </dgm:pt>
    <dgm:pt modelId="{0A4F64DC-0C9D-4F73-AC5F-1AA9163A0FCE}" type="pres">
      <dgm:prSet presAssocID="{967FA573-DEE0-4244-B8AA-3B85BB090189}" presName="compNode" presStyleCnt="0"/>
      <dgm:spPr/>
    </dgm:pt>
    <dgm:pt modelId="{5732C675-600F-4AE3-8ACA-3BA8004F793C}" type="pres">
      <dgm:prSet presAssocID="{967FA573-DEE0-4244-B8AA-3B85BB090189}" presName="pictRect" presStyleLbl="revTx" presStyleIdx="4" presStyleCnt="8">
        <dgm:presLayoutVars>
          <dgm:chMax val="0"/>
          <dgm:bulletEnabled/>
        </dgm:presLayoutVars>
      </dgm:prSet>
      <dgm:spPr/>
    </dgm:pt>
    <dgm:pt modelId="{10448AED-16B5-42A2-901F-32F084AACA39}" type="pres">
      <dgm:prSet presAssocID="{967FA573-DEE0-4244-B8AA-3B85BB090189}" presName="textRect" presStyleLbl="revTx" presStyleIdx="5" presStyleCnt="8">
        <dgm:presLayoutVars>
          <dgm:bulletEnabled/>
        </dgm:presLayoutVars>
      </dgm:prSet>
      <dgm:spPr/>
    </dgm:pt>
    <dgm:pt modelId="{F7796C5C-9CF4-439D-AEAD-B2D1DC5499EC}" type="pres">
      <dgm:prSet presAssocID="{438E7C6D-D519-43CF-8583-4F4B148330E0}" presName="sibTrans" presStyleLbl="sibTrans2D1" presStyleIdx="0" presStyleCnt="0"/>
      <dgm:spPr/>
    </dgm:pt>
    <dgm:pt modelId="{AA6F13C4-4C8D-4C12-A12C-8C1207907D8A}" type="pres">
      <dgm:prSet presAssocID="{05358058-C6F3-45CC-B8B3-5EDC9E2490BC}" presName="compNode" presStyleCnt="0"/>
      <dgm:spPr/>
    </dgm:pt>
    <dgm:pt modelId="{E2DD521B-9A57-4062-9484-03B4869D0013}" type="pres">
      <dgm:prSet presAssocID="{05358058-C6F3-45CC-B8B3-5EDC9E2490BC}" presName="pictRect" presStyleLbl="revTx" presStyleIdx="6" presStyleCnt="8">
        <dgm:presLayoutVars>
          <dgm:chMax val="0"/>
          <dgm:bulletEnabled/>
        </dgm:presLayoutVars>
      </dgm:prSet>
      <dgm:spPr/>
    </dgm:pt>
    <dgm:pt modelId="{31AE2705-8261-47E5-BAD1-264AB4051A92}" type="pres">
      <dgm:prSet presAssocID="{05358058-C6F3-45CC-B8B3-5EDC9E2490BC}" presName="textRect" presStyleLbl="revTx" presStyleIdx="7" presStyleCnt="8">
        <dgm:presLayoutVars>
          <dgm:bulletEnabled/>
        </dgm:presLayoutVars>
      </dgm:prSet>
      <dgm:spPr/>
    </dgm:pt>
  </dgm:ptLst>
  <dgm:cxnLst>
    <dgm:cxn modelId="{6A73B118-639C-4832-A121-45E6CF265ED3}" srcId="{EEEA0349-5D91-42A3-9525-9674470DECF6}" destId="{CEF4924F-9A87-4B23-9627-BE852852F837}" srcOrd="0" destOrd="0" parTransId="{A7FB8F89-685E-4F78-8789-C21F3137C816}" sibTransId="{A8B5CAD4-E5C4-4BBA-891A-FF8B9C59BC54}"/>
    <dgm:cxn modelId="{958B1E32-5BB7-4B49-9223-C9A8A1AE8EFB}" srcId="{FFEFE84A-BF4C-4CE4-80EF-E8739A259654}" destId="{EEEA0349-5D91-42A3-9525-9674470DECF6}" srcOrd="0" destOrd="0" parTransId="{C84F6E0E-607B-41F1-BD95-7B9E45243F38}" sibTransId="{09FC89E0-8A10-427B-A07E-6956BD02F0EE}"/>
    <dgm:cxn modelId="{C5456D3D-13E2-4E91-8F8F-4C79DC7832B9}" srcId="{7378033E-23AC-49A4-AE32-642A4CF32285}" destId="{70450AB1-0098-4329-9BCD-F250D74D51AD}" srcOrd="0" destOrd="0" parTransId="{A2F495D9-7BEA-47BA-A761-693AF328AD2A}" sibTransId="{F00FE8A9-4A1A-4BFA-8ECF-366CD7D84068}"/>
    <dgm:cxn modelId="{D0D5A643-3D31-4423-A9C8-A9EB19897F63}" type="presOf" srcId="{FFEFE84A-BF4C-4CE4-80EF-E8739A259654}" destId="{D4C74CC1-0A29-488F-8366-F87BC193C3EC}" srcOrd="0" destOrd="0" presId="urn:microsoft.com/office/officeart/2024/3/layout/hArchList1"/>
    <dgm:cxn modelId="{C71BCF6C-69CF-4C31-BE58-284FEBA024A7}" srcId="{FFEFE84A-BF4C-4CE4-80EF-E8739A259654}" destId="{7378033E-23AC-49A4-AE32-642A4CF32285}" srcOrd="1" destOrd="0" parTransId="{A9F00DA9-3C52-40BA-9411-7254092CD5BA}" sibTransId="{4FC685F5-8EF6-49EF-BE35-74242E71088C}"/>
    <dgm:cxn modelId="{16830752-A987-486E-8C05-053D34E331D4}" type="presOf" srcId="{09FC89E0-8A10-427B-A07E-6956BD02F0EE}" destId="{0EC68160-7CA8-4C6F-8B16-F1F19F3BED6B}" srcOrd="0" destOrd="0" presId="urn:microsoft.com/office/officeart/2024/3/layout/hArchList1"/>
    <dgm:cxn modelId="{5E268B73-5A7F-41F7-A8A4-187A05E9A5C9}" type="presOf" srcId="{967FA573-DEE0-4244-B8AA-3B85BB090189}" destId="{5732C675-600F-4AE3-8ACA-3BA8004F793C}" srcOrd="0" destOrd="0" presId="urn:microsoft.com/office/officeart/2024/3/layout/hArchList1"/>
    <dgm:cxn modelId="{524D587E-A851-4D27-80D3-1C0D9BEAAF25}" type="presOf" srcId="{4FC685F5-8EF6-49EF-BE35-74242E71088C}" destId="{ADD2A62C-4199-4541-B303-DAB45EB72633}" srcOrd="0" destOrd="0" presId="urn:microsoft.com/office/officeart/2024/3/layout/hArchList1"/>
    <dgm:cxn modelId="{CB0BAC86-AB74-4A5F-B296-09E9B13AE4FE}" type="presOf" srcId="{EEEA0349-5D91-42A3-9525-9674470DECF6}" destId="{E693C02E-984F-454B-91CC-95DE15C8BD6C}" srcOrd="0" destOrd="0" presId="urn:microsoft.com/office/officeart/2024/3/layout/hArchList1"/>
    <dgm:cxn modelId="{E330418B-9E5F-46E8-B26B-C8744563CD04}" type="presOf" srcId="{7378033E-23AC-49A4-AE32-642A4CF32285}" destId="{6449BA29-FB86-4DC7-8405-23E97C92C435}" srcOrd="0" destOrd="0" presId="urn:microsoft.com/office/officeart/2024/3/layout/hArchList1"/>
    <dgm:cxn modelId="{90FCBD90-F3AC-46A8-99C2-42B6BBE1CBF4}" type="presOf" srcId="{70450AB1-0098-4329-9BCD-F250D74D51AD}" destId="{0334EFAD-4713-4C1B-A762-726BA0CDC00A}" srcOrd="0" destOrd="0" presId="urn:microsoft.com/office/officeart/2024/3/layout/hArchList1"/>
    <dgm:cxn modelId="{EF129F94-95B6-4A0D-8D70-62ED00FDCD1F}" type="presOf" srcId="{438E7C6D-D519-43CF-8583-4F4B148330E0}" destId="{F7796C5C-9CF4-439D-AEAD-B2D1DC5499EC}" srcOrd="0" destOrd="0" presId="urn:microsoft.com/office/officeart/2024/3/layout/hArchList1"/>
    <dgm:cxn modelId="{CF0BBCAB-E969-47C2-8037-39C9B0AE54C2}" type="presOf" srcId="{CEF4924F-9A87-4B23-9627-BE852852F837}" destId="{C0794ACC-9F88-44E8-B120-E45D1103042A}" srcOrd="0" destOrd="0" presId="urn:microsoft.com/office/officeart/2024/3/layout/hArchList1"/>
    <dgm:cxn modelId="{9379A7B5-8820-4404-8DFD-E586EFF8B56B}" srcId="{05358058-C6F3-45CC-B8B3-5EDC9E2490BC}" destId="{4790B7E2-EA6F-4418-B9E4-449C266D4A5C}" srcOrd="0" destOrd="0" parTransId="{394EEBA5-C6A3-4B3F-85C9-5D5C56D9DE4C}" sibTransId="{13401AA0-6C46-46FA-83DA-F397B7108516}"/>
    <dgm:cxn modelId="{8FD581B6-C408-49D7-A13E-E5C39977CBC3}" type="presOf" srcId="{4790B7E2-EA6F-4418-B9E4-449C266D4A5C}" destId="{31AE2705-8261-47E5-BAD1-264AB4051A92}" srcOrd="0" destOrd="0" presId="urn:microsoft.com/office/officeart/2024/3/layout/hArchList1"/>
    <dgm:cxn modelId="{4AA953D0-4113-4D44-97D4-3A71026B985E}" type="presOf" srcId="{05358058-C6F3-45CC-B8B3-5EDC9E2490BC}" destId="{E2DD521B-9A57-4062-9484-03B4869D0013}" srcOrd="0" destOrd="0" presId="urn:microsoft.com/office/officeart/2024/3/layout/hArchList1"/>
    <dgm:cxn modelId="{7B8D25D2-C81F-4E5B-AD6E-53BA16058B8A}" type="presOf" srcId="{107E8407-C224-4161-80ED-C4782F94CE26}" destId="{10448AED-16B5-42A2-901F-32F084AACA39}" srcOrd="0" destOrd="0" presId="urn:microsoft.com/office/officeart/2024/3/layout/hArchList1"/>
    <dgm:cxn modelId="{BB716AD4-D3F8-4CCD-974C-D0F1712E45F0}" srcId="{FFEFE84A-BF4C-4CE4-80EF-E8739A259654}" destId="{967FA573-DEE0-4244-B8AA-3B85BB090189}" srcOrd="2" destOrd="0" parTransId="{092112EC-F4CC-4352-AE97-81F3CDCF043C}" sibTransId="{438E7C6D-D519-43CF-8583-4F4B148330E0}"/>
    <dgm:cxn modelId="{FFDEC6E0-6E61-452B-A701-248257CBC907}" srcId="{FFEFE84A-BF4C-4CE4-80EF-E8739A259654}" destId="{05358058-C6F3-45CC-B8B3-5EDC9E2490BC}" srcOrd="3" destOrd="0" parTransId="{4B6A7AD7-E83D-4C20-BA3A-9DAFAB7F109F}" sibTransId="{8A704764-9F97-4185-99F3-78F183702988}"/>
    <dgm:cxn modelId="{3A43C2E6-3768-4D50-A76A-347D861D8920}" srcId="{967FA573-DEE0-4244-B8AA-3B85BB090189}" destId="{107E8407-C224-4161-80ED-C4782F94CE26}" srcOrd="0" destOrd="0" parTransId="{963CEF98-2C31-4A4F-BFFE-E9257E7C6D9A}" sibTransId="{D29ACA9B-4129-469D-AE79-CA6E20F364AF}"/>
    <dgm:cxn modelId="{3BDF646D-2A80-47B9-B210-AA5F3888F918}" type="presParOf" srcId="{D4C74CC1-0A29-488F-8366-F87BC193C3EC}" destId="{5A55B960-5B78-4EA0-94E5-2689AD2BF123}" srcOrd="0" destOrd="0" presId="urn:microsoft.com/office/officeart/2024/3/layout/hArchList1"/>
    <dgm:cxn modelId="{7127BA35-94E9-442B-8D39-D568E2294EC7}" type="presParOf" srcId="{5A55B960-5B78-4EA0-94E5-2689AD2BF123}" destId="{E693C02E-984F-454B-91CC-95DE15C8BD6C}" srcOrd="0" destOrd="0" presId="urn:microsoft.com/office/officeart/2024/3/layout/hArchList1"/>
    <dgm:cxn modelId="{3AADAF4E-FB43-48F6-AB5D-449756AA058D}" type="presParOf" srcId="{5A55B960-5B78-4EA0-94E5-2689AD2BF123}" destId="{C0794ACC-9F88-44E8-B120-E45D1103042A}" srcOrd="1" destOrd="0" presId="urn:microsoft.com/office/officeart/2024/3/layout/hArchList1"/>
    <dgm:cxn modelId="{3A3FB223-57DE-4892-86E6-E0E316F7D458}" type="presParOf" srcId="{D4C74CC1-0A29-488F-8366-F87BC193C3EC}" destId="{0EC68160-7CA8-4C6F-8B16-F1F19F3BED6B}" srcOrd="1" destOrd="0" presId="urn:microsoft.com/office/officeart/2024/3/layout/hArchList1"/>
    <dgm:cxn modelId="{1BCCA07D-9A1B-4EEF-B087-C6F3F47DBEC8}" type="presParOf" srcId="{D4C74CC1-0A29-488F-8366-F87BC193C3EC}" destId="{56A6922C-B674-4E3E-BE91-61BD1C7420C2}" srcOrd="2" destOrd="0" presId="urn:microsoft.com/office/officeart/2024/3/layout/hArchList1"/>
    <dgm:cxn modelId="{85B32C00-149F-4F14-8AF0-5F6D976D1ACF}" type="presParOf" srcId="{56A6922C-B674-4E3E-BE91-61BD1C7420C2}" destId="{6449BA29-FB86-4DC7-8405-23E97C92C435}" srcOrd="0" destOrd="0" presId="urn:microsoft.com/office/officeart/2024/3/layout/hArchList1"/>
    <dgm:cxn modelId="{62A4E3BB-F542-4F41-986D-7BD075D938B0}" type="presParOf" srcId="{56A6922C-B674-4E3E-BE91-61BD1C7420C2}" destId="{0334EFAD-4713-4C1B-A762-726BA0CDC00A}" srcOrd="1" destOrd="0" presId="urn:microsoft.com/office/officeart/2024/3/layout/hArchList1"/>
    <dgm:cxn modelId="{ED9BF8F8-F124-41F3-9F62-51727BF4CC8B}" type="presParOf" srcId="{D4C74CC1-0A29-488F-8366-F87BC193C3EC}" destId="{ADD2A62C-4199-4541-B303-DAB45EB72633}" srcOrd="3" destOrd="0" presId="urn:microsoft.com/office/officeart/2024/3/layout/hArchList1"/>
    <dgm:cxn modelId="{3595CED1-66D5-4F75-A6DB-D62B4BD1A332}" type="presParOf" srcId="{D4C74CC1-0A29-488F-8366-F87BC193C3EC}" destId="{0A4F64DC-0C9D-4F73-AC5F-1AA9163A0FCE}" srcOrd="4" destOrd="0" presId="urn:microsoft.com/office/officeart/2024/3/layout/hArchList1"/>
    <dgm:cxn modelId="{AB40C754-37B3-45B6-B217-FBE94FA4953D}" type="presParOf" srcId="{0A4F64DC-0C9D-4F73-AC5F-1AA9163A0FCE}" destId="{5732C675-600F-4AE3-8ACA-3BA8004F793C}" srcOrd="0" destOrd="0" presId="urn:microsoft.com/office/officeart/2024/3/layout/hArchList1"/>
    <dgm:cxn modelId="{1A0A46F3-5718-4DE1-B592-CFC1FFC0B9A4}" type="presParOf" srcId="{0A4F64DC-0C9D-4F73-AC5F-1AA9163A0FCE}" destId="{10448AED-16B5-42A2-901F-32F084AACA39}" srcOrd="1" destOrd="0" presId="urn:microsoft.com/office/officeart/2024/3/layout/hArchList1"/>
    <dgm:cxn modelId="{7BE2E572-DC87-4417-A997-43CCB689ACEA}" type="presParOf" srcId="{D4C74CC1-0A29-488F-8366-F87BC193C3EC}" destId="{F7796C5C-9CF4-439D-AEAD-B2D1DC5499EC}" srcOrd="5" destOrd="0" presId="urn:microsoft.com/office/officeart/2024/3/layout/hArchList1"/>
    <dgm:cxn modelId="{84D7BC50-1632-44FC-B072-EDA49D48695F}" type="presParOf" srcId="{D4C74CC1-0A29-488F-8366-F87BC193C3EC}" destId="{AA6F13C4-4C8D-4C12-A12C-8C1207907D8A}" srcOrd="6" destOrd="0" presId="urn:microsoft.com/office/officeart/2024/3/layout/hArchList1"/>
    <dgm:cxn modelId="{0D20B782-D35E-47FD-9B7C-7CF9B00E2BD9}" type="presParOf" srcId="{AA6F13C4-4C8D-4C12-A12C-8C1207907D8A}" destId="{E2DD521B-9A57-4062-9484-03B4869D0013}" srcOrd="0" destOrd="0" presId="urn:microsoft.com/office/officeart/2024/3/layout/hArchList1"/>
    <dgm:cxn modelId="{8A072BFE-EAA1-41B4-B0D6-9DF4F26406E2}" type="presParOf" srcId="{AA6F13C4-4C8D-4C12-A12C-8C1207907D8A}" destId="{31AE2705-8261-47E5-BAD1-264AB4051A92}"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257C19-6B6A-48E8-9DD9-71640B73450E}">
      <dsp:nvSpPr>
        <dsp:cNvPr id="0" name=""/>
        <dsp:cNvSpPr/>
      </dsp:nvSpPr>
      <dsp:spPr>
        <a:xfrm>
          <a:off x="0" y="0"/>
          <a:ext cx="1356919" cy="1356919"/>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r="33249" b="-2"/>
          <a:stretch/>
        </a:blipFill>
        <a:ln>
          <a:noFill/>
        </a:ln>
        <a:effectLst/>
      </dsp:spPr>
      <dsp:style>
        <a:lnRef idx="0">
          <a:scrgbClr r="0" g="0" b="0"/>
        </a:lnRef>
        <a:fillRef idx="3">
          <a:scrgbClr r="0" g="0" b="0"/>
        </a:fillRef>
        <a:effectRef idx="2">
          <a:scrgbClr r="0" g="0" b="0"/>
        </a:effectRef>
        <a:fontRef idx="minor">
          <a:schemeClr val="lt1"/>
        </a:fontRef>
      </dsp:style>
    </dsp:sp>
    <dsp:sp modelId="{E15E916F-0418-4B81-8106-EAD3D7219887}">
      <dsp:nvSpPr>
        <dsp:cNvPr id="0" name=""/>
        <dsp:cNvSpPr/>
      </dsp:nvSpPr>
      <dsp:spPr>
        <a:xfrm>
          <a:off x="1536919" y="0"/>
          <a:ext cx="4075235" cy="3224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IN" sz="1800" kern="1200" dirty="0"/>
            <a:t>Sunny Weather Boosts Rentals</a:t>
          </a:r>
        </a:p>
      </dsp:txBody>
      <dsp:txXfrm>
        <a:off x="1536919" y="0"/>
        <a:ext cx="4075235" cy="322492"/>
      </dsp:txXfrm>
    </dsp:sp>
    <dsp:sp modelId="{F23F4EBA-33AB-47B5-99A9-922A852A48B1}">
      <dsp:nvSpPr>
        <dsp:cNvPr id="0" name=""/>
        <dsp:cNvSpPr/>
      </dsp:nvSpPr>
      <dsp:spPr>
        <a:xfrm>
          <a:off x="1536919" y="322492"/>
          <a:ext cx="4075235" cy="10344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IN" sz="1400" kern="1200" dirty="0"/>
            <a:t>Sunny conditions provide ideal riding environments, significantly increasing bike rental activity among users.</a:t>
          </a:r>
        </a:p>
      </dsp:txBody>
      <dsp:txXfrm>
        <a:off x="1536919" y="322492"/>
        <a:ext cx="4075235" cy="1034427"/>
      </dsp:txXfrm>
    </dsp:sp>
    <dsp:sp modelId="{38DDF205-7A0E-4DDD-965D-F75F57D1AA91}">
      <dsp:nvSpPr>
        <dsp:cNvPr id="0" name=""/>
        <dsp:cNvSpPr/>
      </dsp:nvSpPr>
      <dsp:spPr>
        <a:xfrm>
          <a:off x="0" y="1465473"/>
          <a:ext cx="1356919" cy="1356919"/>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9930" r="23319" b="-2"/>
          <a:stretch/>
        </a:blipFill>
        <a:ln>
          <a:noFill/>
        </a:ln>
        <a:effectLst/>
      </dsp:spPr>
      <dsp:style>
        <a:lnRef idx="0">
          <a:scrgbClr r="0" g="0" b="0"/>
        </a:lnRef>
        <a:fillRef idx="3">
          <a:scrgbClr r="0" g="0" b="0"/>
        </a:fillRef>
        <a:effectRef idx="2">
          <a:scrgbClr r="0" g="0" b="0"/>
        </a:effectRef>
        <a:fontRef idx="minor">
          <a:schemeClr val="lt1"/>
        </a:fontRef>
      </dsp:style>
    </dsp:sp>
    <dsp:sp modelId="{695EDFB9-A0F6-4297-950E-293D923D5423}">
      <dsp:nvSpPr>
        <dsp:cNvPr id="0" name=""/>
        <dsp:cNvSpPr/>
      </dsp:nvSpPr>
      <dsp:spPr>
        <a:xfrm>
          <a:off x="1536919" y="1465473"/>
          <a:ext cx="4075235" cy="3224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IN" sz="1800" kern="1200"/>
            <a:t>Rainy Weather Reduces Usage</a:t>
          </a:r>
        </a:p>
      </dsp:txBody>
      <dsp:txXfrm>
        <a:off x="1536919" y="1465473"/>
        <a:ext cx="4075235" cy="322492"/>
      </dsp:txXfrm>
    </dsp:sp>
    <dsp:sp modelId="{8F6BAC43-ED7F-4E63-84F5-D7812BAF04FE}">
      <dsp:nvSpPr>
        <dsp:cNvPr id="0" name=""/>
        <dsp:cNvSpPr/>
      </dsp:nvSpPr>
      <dsp:spPr>
        <a:xfrm>
          <a:off x="1536919" y="1787965"/>
          <a:ext cx="4075235" cy="10344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IN" sz="1400" kern="1200"/>
            <a:t>Rainy weather discourages bike rentals due to wet, slippery roads and rider discomfort, lowering demand.</a:t>
          </a:r>
        </a:p>
      </dsp:txBody>
      <dsp:txXfrm>
        <a:off x="1536919" y="1787965"/>
        <a:ext cx="4075235" cy="1034427"/>
      </dsp:txXfrm>
    </dsp:sp>
    <dsp:sp modelId="{F7E44CC2-38A2-4317-87B7-4EB6D77F4607}">
      <dsp:nvSpPr>
        <dsp:cNvPr id="0" name=""/>
        <dsp:cNvSpPr/>
      </dsp:nvSpPr>
      <dsp:spPr>
        <a:xfrm>
          <a:off x="0" y="2930946"/>
          <a:ext cx="1356919" cy="1356919"/>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12927" r="20322" b="-2"/>
          <a:stretch/>
        </a:blipFill>
        <a:ln>
          <a:noFill/>
        </a:ln>
        <a:effectLst/>
      </dsp:spPr>
      <dsp:style>
        <a:lnRef idx="0">
          <a:scrgbClr r="0" g="0" b="0"/>
        </a:lnRef>
        <a:fillRef idx="3">
          <a:scrgbClr r="0" g="0" b="0"/>
        </a:fillRef>
        <a:effectRef idx="2">
          <a:scrgbClr r="0" g="0" b="0"/>
        </a:effectRef>
        <a:fontRef idx="minor">
          <a:schemeClr val="lt1"/>
        </a:fontRef>
      </dsp:style>
    </dsp:sp>
    <dsp:sp modelId="{44988882-D642-499F-80A4-08FE37566E24}">
      <dsp:nvSpPr>
        <dsp:cNvPr id="0" name=""/>
        <dsp:cNvSpPr/>
      </dsp:nvSpPr>
      <dsp:spPr>
        <a:xfrm>
          <a:off x="1536919" y="2930946"/>
          <a:ext cx="4075235" cy="3224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IN" sz="1800" kern="1200"/>
            <a:t>Cloudy Weather Lowers Rentals</a:t>
          </a:r>
        </a:p>
      </dsp:txBody>
      <dsp:txXfrm>
        <a:off x="1536919" y="2930946"/>
        <a:ext cx="4075235" cy="322492"/>
      </dsp:txXfrm>
    </dsp:sp>
    <dsp:sp modelId="{D28156CC-DB5B-494B-8C09-AA809262D3FA}">
      <dsp:nvSpPr>
        <dsp:cNvPr id="0" name=""/>
        <dsp:cNvSpPr/>
      </dsp:nvSpPr>
      <dsp:spPr>
        <a:xfrm>
          <a:off x="1536919" y="3253438"/>
          <a:ext cx="4075235" cy="10344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IN" sz="1400" kern="1200"/>
            <a:t>Cloudy days result in fewer rentals as riders anticipate less enjoyable and possibly unsafe riding conditions.</a:t>
          </a:r>
        </a:p>
      </dsp:txBody>
      <dsp:txXfrm>
        <a:off x="1536919" y="3253438"/>
        <a:ext cx="4075235" cy="103442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93C02E-984F-454B-91CC-95DE15C8BD6C}">
      <dsp:nvSpPr>
        <dsp:cNvPr id="0" name=""/>
        <dsp:cNvSpPr/>
      </dsp:nvSpPr>
      <dsp:spPr>
        <a:xfrm>
          <a:off x="0" y="0"/>
          <a:ext cx="2615598" cy="6083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Influence of Environmental Factors</a:t>
          </a:r>
        </a:p>
      </dsp:txBody>
      <dsp:txXfrm>
        <a:off x="0" y="0"/>
        <a:ext cx="2615598" cy="608383"/>
      </dsp:txXfrm>
    </dsp:sp>
    <dsp:sp modelId="{C0794ACC-9F88-44E8-B120-E45D1103042A}">
      <dsp:nvSpPr>
        <dsp:cNvPr id="0" name=""/>
        <dsp:cNvSpPr/>
      </dsp:nvSpPr>
      <dsp:spPr>
        <a:xfrm>
          <a:off x="0" y="608383"/>
          <a:ext cx="2615598" cy="21651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Environmental conditions like weather greatly impact bike rental demand and usage patterns.</a:t>
          </a:r>
        </a:p>
      </dsp:txBody>
      <dsp:txXfrm>
        <a:off x="0" y="608383"/>
        <a:ext cx="2615598" cy="2165162"/>
      </dsp:txXfrm>
    </dsp:sp>
    <dsp:sp modelId="{6449BA29-FB86-4DC7-8405-23E97C92C435}">
      <dsp:nvSpPr>
        <dsp:cNvPr id="0" name=""/>
        <dsp:cNvSpPr/>
      </dsp:nvSpPr>
      <dsp:spPr>
        <a:xfrm>
          <a:off x="2877158" y="0"/>
          <a:ext cx="2615598" cy="6083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Temporal Demand Patterns</a:t>
          </a:r>
        </a:p>
      </dsp:txBody>
      <dsp:txXfrm>
        <a:off x="2877158" y="0"/>
        <a:ext cx="2615598" cy="608383"/>
      </dsp:txXfrm>
    </dsp:sp>
    <dsp:sp modelId="{0334EFAD-4713-4C1B-A762-726BA0CDC00A}">
      <dsp:nvSpPr>
        <dsp:cNvPr id="0" name=""/>
        <dsp:cNvSpPr/>
      </dsp:nvSpPr>
      <dsp:spPr>
        <a:xfrm>
          <a:off x="2877158" y="608383"/>
          <a:ext cx="2615598" cy="21651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Time factors such as peak hours and seasons influence rental fluctuations and user behavior.</a:t>
          </a:r>
        </a:p>
      </dsp:txBody>
      <dsp:txXfrm>
        <a:off x="2877158" y="608383"/>
        <a:ext cx="2615598" cy="2165162"/>
      </dsp:txXfrm>
    </dsp:sp>
    <dsp:sp modelId="{5732C675-600F-4AE3-8ACA-3BA8004F793C}">
      <dsp:nvSpPr>
        <dsp:cNvPr id="0" name=""/>
        <dsp:cNvSpPr/>
      </dsp:nvSpPr>
      <dsp:spPr>
        <a:xfrm>
          <a:off x="5754317" y="0"/>
          <a:ext cx="2615598" cy="6083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Data-Driven Service Optimization</a:t>
          </a:r>
        </a:p>
      </dsp:txBody>
      <dsp:txXfrm>
        <a:off x="5754317" y="0"/>
        <a:ext cx="2615598" cy="608383"/>
      </dsp:txXfrm>
    </dsp:sp>
    <dsp:sp modelId="{10448AED-16B5-42A2-901F-32F084AACA39}">
      <dsp:nvSpPr>
        <dsp:cNvPr id="0" name=""/>
        <dsp:cNvSpPr/>
      </dsp:nvSpPr>
      <dsp:spPr>
        <a:xfrm>
          <a:off x="5754317" y="608383"/>
          <a:ext cx="2615598" cy="21651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Leveraging data insights helps bike services enhance user experience and manage demand efficiently.</a:t>
          </a:r>
        </a:p>
      </dsp:txBody>
      <dsp:txXfrm>
        <a:off x="5754317" y="608383"/>
        <a:ext cx="2615598" cy="2165162"/>
      </dsp:txXfrm>
    </dsp:sp>
    <dsp:sp modelId="{E2DD521B-9A57-4062-9484-03B4869D0013}">
      <dsp:nvSpPr>
        <dsp:cNvPr id="0" name=""/>
        <dsp:cNvSpPr/>
      </dsp:nvSpPr>
      <dsp:spPr>
        <a:xfrm>
          <a:off x="8631476" y="0"/>
          <a:ext cx="2615598" cy="6083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Promoting Sustainable Mobility</a:t>
          </a:r>
        </a:p>
      </dsp:txBody>
      <dsp:txXfrm>
        <a:off x="8631476" y="0"/>
        <a:ext cx="2615598" cy="608383"/>
      </dsp:txXfrm>
    </dsp:sp>
    <dsp:sp modelId="{31AE2705-8261-47E5-BAD1-264AB4051A92}">
      <dsp:nvSpPr>
        <dsp:cNvPr id="0" name=""/>
        <dsp:cNvSpPr/>
      </dsp:nvSpPr>
      <dsp:spPr>
        <a:xfrm>
          <a:off x="8631476" y="608383"/>
          <a:ext cx="2615598" cy="21651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Bike rentals support sustainable urban transport, reducing emissions and traffic congestion.</a:t>
          </a:r>
        </a:p>
      </dsp:txBody>
      <dsp:txXfrm>
        <a:off x="8631476" y="608383"/>
        <a:ext cx="2615598" cy="2165162"/>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AFC6FD-0526-4359-B48C-77239995EA35}" type="datetimeFigureOut">
              <a:rPr lang="en-IN" smtClean="0"/>
              <a:t>23-10-2025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B7B233-630F-4144-B688-B582D06EC252}" type="slidenum">
              <a:rPr lang="en-IN" smtClean="0"/>
              <a:t>‹#›</a:t>
            </a:fld>
            <a:endParaRPr lang="en-IN"/>
          </a:p>
        </p:txBody>
      </p:sp>
    </p:spTree>
    <p:extLst>
      <p:ext uri="{BB962C8B-B14F-4D97-AF65-F5344CB8AC3E}">
        <p14:creationId xmlns:p14="http://schemas.microsoft.com/office/powerpoint/2010/main" val="1001852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2DB3EC7-6965-4A61-8ECD-4D21F69CEE96}" type="slidenum">
              <a:rPr lang="en-IN" smtClean="0"/>
              <a:t>1</a:t>
            </a:fld>
            <a:endParaRPr lang="en-IN"/>
          </a:p>
        </p:txBody>
      </p:sp>
    </p:spTree>
    <p:extLst>
      <p:ext uri="{BB962C8B-B14F-4D97-AF65-F5344CB8AC3E}">
        <p14:creationId xmlns:p14="http://schemas.microsoft.com/office/powerpoint/2010/main" val="2695531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We will begin with an introduction to modern bike rental systems and the key factors influencing rental decisions. Next, we will examine the role of weather conditions and environmental variables such as humidity, temperature, and windspeed. Following that, we will review hourly rental trends, and finally, discuss data-driven approaches for assessment and forecasting.</a:t>
            </a:r>
          </a:p>
        </p:txBody>
      </p:sp>
      <p:sp>
        <p:nvSpPr>
          <p:cNvPr id="4" name="Slide Number Placeholder 3"/>
          <p:cNvSpPr>
            <a:spLocks noGrp="1"/>
          </p:cNvSpPr>
          <p:nvPr>
            <p:ph type="sldNum" sz="quarter" idx="5"/>
          </p:nvPr>
        </p:nvSpPr>
        <p:spPr/>
        <p:txBody>
          <a:bodyPr/>
          <a:lstStyle/>
          <a:p>
            <a:fld id="{72DB3EC7-6965-4A61-8ECD-4D21F69CEE96}" type="slidenum">
              <a:rPr lang="en-IN" smtClean="0"/>
              <a:t>2</a:t>
            </a:fld>
            <a:endParaRPr lang="en-IN"/>
          </a:p>
        </p:txBody>
      </p:sp>
    </p:spTree>
    <p:extLst>
      <p:ext uri="{BB962C8B-B14F-4D97-AF65-F5344CB8AC3E}">
        <p14:creationId xmlns:p14="http://schemas.microsoft.com/office/powerpoint/2010/main" val="37038242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Several factors affect bike rental decisions, including convenience, pricing, availability, and importantly, environmental conditions like weather and temperature. Understanding these factors allows better service planning.</a:t>
            </a:r>
          </a:p>
        </p:txBody>
      </p:sp>
      <p:sp>
        <p:nvSpPr>
          <p:cNvPr id="4" name="Slide Number Placeholder 3"/>
          <p:cNvSpPr>
            <a:spLocks noGrp="1"/>
          </p:cNvSpPr>
          <p:nvPr>
            <p:ph type="sldNum" sz="quarter" idx="5"/>
          </p:nvPr>
        </p:nvSpPr>
        <p:spPr/>
        <p:txBody>
          <a:bodyPr/>
          <a:lstStyle/>
          <a:p>
            <a:fld id="{72DB3EC7-6965-4A61-8ECD-4D21F69CEE96}" type="slidenum">
              <a:rPr lang="en-IN" smtClean="0"/>
              <a:t>3</a:t>
            </a:fld>
            <a:endParaRPr lang="en-IN"/>
          </a:p>
        </p:txBody>
      </p:sp>
    </p:spTree>
    <p:extLst>
      <p:ext uri="{BB962C8B-B14F-4D97-AF65-F5344CB8AC3E}">
        <p14:creationId xmlns:p14="http://schemas.microsoft.com/office/powerpoint/2010/main" val="23578064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7E02F-7D07-D2CD-527A-43012607CD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777B6E-EA91-0C26-BC9B-287E40E85E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5B9F6D-347A-E6D5-5D82-F8D9F835E01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CDE998E-5082-0A0F-6A7C-0A1F1627AB55}"/>
              </a:ext>
            </a:extLst>
          </p:cNvPr>
          <p:cNvSpPr>
            <a:spLocks noGrp="1"/>
          </p:cNvSpPr>
          <p:nvPr>
            <p:ph type="sldNum" sz="quarter" idx="5"/>
          </p:nvPr>
        </p:nvSpPr>
        <p:spPr/>
        <p:txBody>
          <a:bodyPr/>
          <a:lstStyle/>
          <a:p>
            <a:fld id="{72DB3EC7-6965-4A61-8ECD-4D21F69CEE96}" type="slidenum">
              <a:rPr lang="en-IN" smtClean="0"/>
              <a:t>4</a:t>
            </a:fld>
            <a:endParaRPr lang="en-IN"/>
          </a:p>
        </p:txBody>
      </p:sp>
    </p:spTree>
    <p:extLst>
      <p:ext uri="{BB962C8B-B14F-4D97-AF65-F5344CB8AC3E}">
        <p14:creationId xmlns:p14="http://schemas.microsoft.com/office/powerpoint/2010/main" val="34744521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F64B3-CEF2-D0A2-53C9-9CE515D08E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A19D5A-EDA2-0435-4084-2C08BCFE5E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C845CF-0CAF-8C9F-8445-6B7363A6C31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6374C73-50A1-E45B-9C5F-150C7DAF31EA}"/>
              </a:ext>
            </a:extLst>
          </p:cNvPr>
          <p:cNvSpPr>
            <a:spLocks noGrp="1"/>
          </p:cNvSpPr>
          <p:nvPr>
            <p:ph type="sldNum" sz="quarter" idx="5"/>
          </p:nvPr>
        </p:nvSpPr>
        <p:spPr/>
        <p:txBody>
          <a:bodyPr/>
          <a:lstStyle/>
          <a:p>
            <a:fld id="{72DB3EC7-6965-4A61-8ECD-4D21F69CEE96}" type="slidenum">
              <a:rPr lang="en-IN" smtClean="0"/>
              <a:t>5</a:t>
            </a:fld>
            <a:endParaRPr lang="en-IN"/>
          </a:p>
        </p:txBody>
      </p:sp>
    </p:spTree>
    <p:extLst>
      <p:ext uri="{BB962C8B-B14F-4D97-AF65-F5344CB8AC3E}">
        <p14:creationId xmlns:p14="http://schemas.microsoft.com/office/powerpoint/2010/main" val="12708489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2DB3EC7-6965-4A61-8ECD-4D21F69CEE96}" type="slidenum">
              <a:rPr lang="en-IN" smtClean="0"/>
              <a:t>6</a:t>
            </a:fld>
            <a:endParaRPr lang="en-IN"/>
          </a:p>
        </p:txBody>
      </p:sp>
    </p:spTree>
    <p:extLst>
      <p:ext uri="{BB962C8B-B14F-4D97-AF65-F5344CB8AC3E}">
        <p14:creationId xmlns:p14="http://schemas.microsoft.com/office/powerpoint/2010/main" val="36884166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0FDA9-30C5-6F00-6C8B-C2DEFC2B25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DAC359-682A-2C1B-A246-3D4FBFBA8C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96CBE3-B915-2AF7-9ED1-F69CC644ED8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13BEF16-D844-AA8D-F6EC-E10BE01681F5}"/>
              </a:ext>
            </a:extLst>
          </p:cNvPr>
          <p:cNvSpPr>
            <a:spLocks noGrp="1"/>
          </p:cNvSpPr>
          <p:nvPr>
            <p:ph type="sldNum" sz="quarter" idx="5"/>
          </p:nvPr>
        </p:nvSpPr>
        <p:spPr/>
        <p:txBody>
          <a:bodyPr/>
          <a:lstStyle/>
          <a:p>
            <a:fld id="{72DB3EC7-6965-4A61-8ECD-4D21F69CEE96}" type="slidenum">
              <a:rPr lang="en-IN" smtClean="0"/>
              <a:t>7</a:t>
            </a:fld>
            <a:endParaRPr lang="en-IN"/>
          </a:p>
        </p:txBody>
      </p:sp>
    </p:spTree>
    <p:extLst>
      <p:ext uri="{BB962C8B-B14F-4D97-AF65-F5344CB8AC3E}">
        <p14:creationId xmlns:p14="http://schemas.microsoft.com/office/powerpoint/2010/main" val="7941657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20B789-A837-90A2-75C7-D2E25F2350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8D6584-A59E-EF78-F4B0-04E18F14FD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C2146A-3E9F-E998-F9AE-8A11D46F3D7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181C8A1-3866-8B49-59BD-40E52D264DFF}"/>
              </a:ext>
            </a:extLst>
          </p:cNvPr>
          <p:cNvSpPr>
            <a:spLocks noGrp="1"/>
          </p:cNvSpPr>
          <p:nvPr>
            <p:ph type="sldNum" sz="quarter" idx="5"/>
          </p:nvPr>
        </p:nvSpPr>
        <p:spPr/>
        <p:txBody>
          <a:bodyPr/>
          <a:lstStyle/>
          <a:p>
            <a:fld id="{72DB3EC7-6965-4A61-8ECD-4D21F69CEE96}" type="slidenum">
              <a:rPr lang="en-IN" smtClean="0"/>
              <a:t>8</a:t>
            </a:fld>
            <a:endParaRPr lang="en-IN"/>
          </a:p>
        </p:txBody>
      </p:sp>
    </p:spTree>
    <p:extLst>
      <p:ext uri="{BB962C8B-B14F-4D97-AF65-F5344CB8AC3E}">
        <p14:creationId xmlns:p14="http://schemas.microsoft.com/office/powerpoint/2010/main" val="6320704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072E7-0EAB-E5EF-B035-81EF7AAB34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E9C648-9DBA-B6B5-81E0-A403C55896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D094E1-2C17-6DA6-E31E-8B1AA84A2B4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D482294-1A98-5607-3209-B91B8A705107}"/>
              </a:ext>
            </a:extLst>
          </p:cNvPr>
          <p:cNvSpPr>
            <a:spLocks noGrp="1"/>
          </p:cNvSpPr>
          <p:nvPr>
            <p:ph type="sldNum" sz="quarter" idx="5"/>
          </p:nvPr>
        </p:nvSpPr>
        <p:spPr/>
        <p:txBody>
          <a:bodyPr/>
          <a:lstStyle/>
          <a:p>
            <a:fld id="{72DB3EC7-6965-4A61-8ECD-4D21F69CEE96}" type="slidenum">
              <a:rPr lang="en-IN" smtClean="0"/>
              <a:t>9</a:t>
            </a:fld>
            <a:endParaRPr lang="en-IN"/>
          </a:p>
        </p:txBody>
      </p:sp>
    </p:spTree>
    <p:extLst>
      <p:ext uri="{BB962C8B-B14F-4D97-AF65-F5344CB8AC3E}">
        <p14:creationId xmlns:p14="http://schemas.microsoft.com/office/powerpoint/2010/main" val="12889840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410B49-7AEF-5984-DFBF-C463EB5C0B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CED60D-5B1B-FDCE-C043-F9EFD12661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34731B-8E57-17F2-339D-5CE5E000BD9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D7C00C2-C266-EF14-31C9-3ADB17388DB5}"/>
              </a:ext>
            </a:extLst>
          </p:cNvPr>
          <p:cNvSpPr>
            <a:spLocks noGrp="1"/>
          </p:cNvSpPr>
          <p:nvPr>
            <p:ph type="sldNum" sz="quarter" idx="5"/>
          </p:nvPr>
        </p:nvSpPr>
        <p:spPr/>
        <p:txBody>
          <a:bodyPr/>
          <a:lstStyle/>
          <a:p>
            <a:fld id="{72DB3EC7-6965-4A61-8ECD-4D21F69CEE96}" type="slidenum">
              <a:rPr lang="en-IN" smtClean="0"/>
              <a:t>10</a:t>
            </a:fld>
            <a:endParaRPr lang="en-IN"/>
          </a:p>
        </p:txBody>
      </p:sp>
    </p:spTree>
    <p:extLst>
      <p:ext uri="{BB962C8B-B14F-4D97-AF65-F5344CB8AC3E}">
        <p14:creationId xmlns:p14="http://schemas.microsoft.com/office/powerpoint/2010/main" val="15175035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618E71-3F92-00FF-954F-0FE5661940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1B6D00-57EF-C5AC-26C6-D4A28D26F7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7F0D84-C368-489F-15A9-A4B390E31E9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7412219-6E34-66BC-B74D-6D14589CFBCB}"/>
              </a:ext>
            </a:extLst>
          </p:cNvPr>
          <p:cNvSpPr>
            <a:spLocks noGrp="1"/>
          </p:cNvSpPr>
          <p:nvPr>
            <p:ph type="sldNum" sz="quarter" idx="5"/>
          </p:nvPr>
        </p:nvSpPr>
        <p:spPr/>
        <p:txBody>
          <a:bodyPr/>
          <a:lstStyle/>
          <a:p>
            <a:fld id="{72DB3EC7-6965-4A61-8ECD-4D21F69CEE96}" type="slidenum">
              <a:rPr lang="en-IN" smtClean="0"/>
              <a:t>11</a:t>
            </a:fld>
            <a:endParaRPr lang="en-IN"/>
          </a:p>
        </p:txBody>
      </p:sp>
    </p:spTree>
    <p:extLst>
      <p:ext uri="{BB962C8B-B14F-4D97-AF65-F5344CB8AC3E}">
        <p14:creationId xmlns:p14="http://schemas.microsoft.com/office/powerpoint/2010/main" val="15186071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Environmental and temporal factors play crucial roles in bike rental patterns. By leveraging data-driven insights, bike rental services can better adapt to demand fluctuations, enhance user experience, and promote sustainable urban mobility.</a:t>
            </a:r>
          </a:p>
        </p:txBody>
      </p:sp>
      <p:sp>
        <p:nvSpPr>
          <p:cNvPr id="4" name="Slide Number Placeholder 3"/>
          <p:cNvSpPr>
            <a:spLocks noGrp="1"/>
          </p:cNvSpPr>
          <p:nvPr>
            <p:ph type="sldNum" sz="quarter" idx="5"/>
          </p:nvPr>
        </p:nvSpPr>
        <p:spPr/>
        <p:txBody>
          <a:bodyPr/>
          <a:lstStyle/>
          <a:p>
            <a:fld id="{72DB3EC7-6965-4A61-8ECD-4D21F69CEE96}" type="slidenum">
              <a:rPr lang="en-IN" smtClean="0"/>
              <a:t>12</a:t>
            </a:fld>
            <a:endParaRPr lang="en-IN"/>
          </a:p>
        </p:txBody>
      </p:sp>
    </p:spTree>
    <p:extLst>
      <p:ext uri="{BB962C8B-B14F-4D97-AF65-F5344CB8AC3E}">
        <p14:creationId xmlns:p14="http://schemas.microsoft.com/office/powerpoint/2010/main" val="99302559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39" y="1033272"/>
            <a:ext cx="5892073" cy="3895344"/>
          </a:xfrm>
        </p:spPr>
        <p:txBody>
          <a:bodyPr vert="horz" lIns="91440" tIns="45720" rIns="91440" bIns="45720" rtlCol="0" anchor="t">
            <a:normAutofit/>
          </a:bodyPr>
          <a:lstStyle>
            <a:lvl1pPr>
              <a:defRPr lang="en-US" sz="80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40" y="5733288"/>
            <a:ext cx="5892071" cy="795528"/>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chemeClr val="tx2"/>
                </a:solidFill>
              </a:defRPr>
            </a:lvl1pPr>
          </a:lstStyle>
          <a:p>
            <a:r>
              <a:rPr lang="en-US" dirty="0"/>
              <a:t>Footer Text</a:t>
            </a:r>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6931152" y="793817"/>
            <a:ext cx="5260848" cy="6064181"/>
          </a:xfrm>
          <a:blipFill>
            <a:blip r:embed="rId2">
              <a:alphaModFix amt="80000"/>
            </a:blip>
            <a:stretch>
              <a:fillRect/>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6938587" y="207982"/>
            <a:ext cx="2662798" cy="413360"/>
          </a:xfrm>
        </p:spPr>
        <p:txBody>
          <a:bodyPr/>
          <a:lstStyle>
            <a:lvl1pPr>
              <a:defRPr>
                <a:solidFill>
                  <a:schemeClr val="tx2"/>
                </a:solidFill>
              </a:defRPr>
            </a:lvl1pPr>
          </a:lstStyle>
          <a:p>
            <a:fld id="{BBB8170F-0370-4A38-8BF3-83D69476AE62}" type="datetime1">
              <a:rPr lang="en-US" smtClean="0"/>
              <a:t>10/23/2025</a:t>
            </a:fld>
            <a:endParaRPr lang="en-US" dirty="0"/>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chemeClr val="tx2"/>
                </a:solidFill>
              </a:defRPr>
            </a:lvl1p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CF2C2C7B-6B47-4A5B-B24C-B316964ABE62}"/>
              </a:ext>
            </a:extLst>
          </p:cNvPr>
          <p:cNvCxnSpPr>
            <a:cxnSpLocks/>
          </p:cNvCxnSpPr>
          <p:nvPr/>
        </p:nvCxnSpPr>
        <p:spPr>
          <a:xfrm flipV="1">
            <a:off x="6929823" y="789558"/>
            <a:ext cx="0" cy="6068442"/>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4F32355F-80FD-3956-F8D4-9DF4073D0E2E}"/>
              </a:ext>
            </a:extLst>
          </p:cNvPr>
          <p:cNvCxnSpPr>
            <a:cxnSpLocks/>
          </p:cNvCxnSpPr>
          <p:nvPr/>
        </p:nvCxnSpPr>
        <p:spPr>
          <a:xfrm>
            <a:off x="0" y="5420250"/>
            <a:ext cx="692982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0D4DD8B2-0D73-EB9B-9708-67DF28E40F96}"/>
              </a:ext>
            </a:extLst>
          </p:cNvPr>
          <p:cNvCxnSpPr>
            <a:cxnSpLocks/>
          </p:cNvCxnSpPr>
          <p:nvPr/>
        </p:nvCxnSpPr>
        <p:spPr>
          <a:xfrm>
            <a:off x="0" y="791907"/>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9738173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612648"/>
            <a:ext cx="11253668" cy="1106424"/>
          </a:xfrm>
        </p:spPr>
        <p:txBody>
          <a:bodyPr/>
          <a:lstStyle>
            <a:lvl1pPr>
              <a:defRPr sz="660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9" y="2139696"/>
            <a:ext cx="11253668" cy="42885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2D457B6E-DC25-9A54-64F7-98703149B156}"/>
              </a:ext>
            </a:extLst>
          </p:cNvPr>
          <p:cNvSpPr>
            <a:spLocks noGrp="1"/>
          </p:cNvSpPr>
          <p:nvPr>
            <p:ph type="ftr" sz="quarter" idx="11"/>
          </p:nvPr>
        </p:nvSpPr>
        <p:spPr/>
        <p:txBody>
          <a:bodyPr/>
          <a:lstStyle/>
          <a:p>
            <a:r>
              <a:rPr lang="en-US" dirty="0"/>
              <a:t>Footer Text</a:t>
            </a:r>
          </a:p>
        </p:txBody>
      </p:sp>
      <p:sp>
        <p:nvSpPr>
          <p:cNvPr id="8" name="Date Placeholder 7">
            <a:extLst>
              <a:ext uri="{FF2B5EF4-FFF2-40B4-BE49-F238E27FC236}">
                <a16:creationId xmlns:a16="http://schemas.microsoft.com/office/drawing/2014/main" id="{D49DF708-DA4E-D117-5CE8-7401A836F675}"/>
              </a:ext>
            </a:extLst>
          </p:cNvPr>
          <p:cNvSpPr>
            <a:spLocks noGrp="1"/>
          </p:cNvSpPr>
          <p:nvPr>
            <p:ph type="dt" sz="half" idx="10"/>
          </p:nvPr>
        </p:nvSpPr>
        <p:spPr/>
        <p:txBody>
          <a:bodyPr/>
          <a:lstStyle/>
          <a:p>
            <a:fld id="{20D15516-589F-487D-BF51-9635DCEA90D5}" type="datetime1">
              <a:rPr lang="en-US" smtClean="0"/>
              <a:t>10/23/2025</a:t>
            </a:fld>
            <a:endParaRPr lang="en-US"/>
          </a:p>
        </p:txBody>
      </p:sp>
      <p:sp>
        <p:nvSpPr>
          <p:cNvPr id="10" name="Slide Number Placeholder 9">
            <a:extLst>
              <a:ext uri="{FF2B5EF4-FFF2-40B4-BE49-F238E27FC236}">
                <a16:creationId xmlns:a16="http://schemas.microsoft.com/office/drawing/2014/main" id="{D1AE2728-8254-BE0F-89AB-2D5352D66F0D}"/>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093DFD8D-B66E-C844-B523-E3C51265F5EA}"/>
              </a:ext>
            </a:extLst>
          </p:cNvPr>
          <p:cNvCxnSpPr>
            <a:cxnSpLocks/>
          </p:cNvCxnSpPr>
          <p:nvPr/>
        </p:nvCxnSpPr>
        <p:spPr>
          <a:xfrm>
            <a:off x="0" y="180556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599950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749808"/>
            <a:ext cx="6236208" cy="3694176"/>
          </a:xfrm>
        </p:spPr>
        <p:txBody>
          <a:bodyPr vert="horz" lIns="91440" tIns="45720" rIns="91440" bIns="45720" rtlCol="0" anchor="t">
            <a:normAutofit/>
          </a:bodyPr>
          <a:lstStyle>
            <a:lvl1pPr>
              <a:defRPr lang="en-US" sz="88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40" y="5477256"/>
            <a:ext cx="6236208" cy="1115568"/>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4413504" y="207982"/>
            <a:ext cx="1682496" cy="413360"/>
          </a:xfrm>
        </p:spPr>
        <p:txBody>
          <a:bodyPr/>
          <a:lstStyle>
            <a:lvl1pPr>
              <a:defRPr>
                <a:solidFill>
                  <a:schemeClr val="tx2"/>
                </a:solidFill>
              </a:defRPr>
            </a:lvl1pPr>
          </a:lstStyle>
          <a:p>
            <a:fld id="{F7E6234A-55DB-493D-B5E3-FA55E3CA245B}" type="datetime1">
              <a:rPr lang="en-US" smtClean="0"/>
              <a:t>10/23/2025</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a:xfrm>
            <a:off x="6009801" y="207982"/>
            <a:ext cx="546447" cy="413360"/>
          </a:xfrm>
        </p:spPr>
        <p:txBody>
          <a:bodyPr/>
          <a:lstStyle>
            <a:lvl1pPr>
              <a:defRPr>
                <a:solidFill>
                  <a:schemeClr val="tx2"/>
                </a:solidFill>
              </a:defRPr>
            </a:lvl1pPr>
          </a:lstStyle>
          <a:p>
            <a:fld id="{753D0FD4-819D-4187-8797-C35567B41C78}" type="slidenum">
              <a:rPr lang="en-US" smtClean="0"/>
              <a:t>‹#›</a:t>
            </a:fld>
            <a:endParaRPr lang="en-US"/>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7278624" y="0"/>
            <a:ext cx="4913373" cy="6858000"/>
          </a:xfrm>
          <a:blipFill>
            <a:blip r:embed="rId2">
              <a:alphaModFix amt="80000"/>
            </a:blip>
            <a:stretch>
              <a:fillRect/>
            </a:stretch>
          </a:blipFill>
        </p:spPr>
        <p:txBody>
          <a:bodyPr/>
          <a:lstStyle>
            <a:lvl1pPr marL="0" indent="0">
              <a:buNone/>
              <a:defRPr/>
            </a:lvl1pPr>
          </a:lstStyle>
          <a:p>
            <a:r>
              <a:rPr lang="en-US" dirty="0"/>
              <a:t> </a:t>
            </a:r>
          </a:p>
        </p:txBody>
      </p:sp>
      <p:cxnSp>
        <p:nvCxnSpPr>
          <p:cNvPr id="7" name="Straight Connector 6">
            <a:extLst>
              <a:ext uri="{FF2B5EF4-FFF2-40B4-BE49-F238E27FC236}">
                <a16:creationId xmlns:a16="http://schemas.microsoft.com/office/drawing/2014/main" id="{87083F37-054B-54D7-2AD5-6DFFCC79603C}"/>
              </a:ext>
            </a:extLst>
          </p:cNvPr>
          <p:cNvCxnSpPr>
            <a:cxnSpLocks/>
          </p:cNvCxnSpPr>
          <p:nvPr/>
        </p:nvCxnSpPr>
        <p:spPr>
          <a:xfrm>
            <a:off x="0" y="5287974"/>
            <a:ext cx="7277621"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99AB8D9-761C-35FC-CA6D-1317D71DF6BE}"/>
              </a:ext>
            </a:extLst>
          </p:cNvPr>
          <p:cNvCxnSpPr>
            <a:cxnSpLocks/>
          </p:cNvCxnSpPr>
          <p:nvPr/>
        </p:nvCxnSpPr>
        <p:spPr>
          <a:xfrm flipV="1">
            <a:off x="7277621" y="0"/>
            <a:ext cx="0" cy="6858001"/>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74008227"/>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with Pictur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5223554"/>
            <a:ext cx="11430000" cy="914400"/>
          </a:xfrm>
        </p:spPr>
        <p:txBody>
          <a:bodyPr vert="horz" lIns="91440" tIns="45720" rIns="91440" bIns="45720" rtlCol="0" anchor="b">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39" y="6083090"/>
            <a:ext cx="11429999" cy="566928"/>
          </a:xfrm>
        </p:spPr>
        <p:txBody>
          <a:bodyPr vert="horz" lIns="91440" tIns="45720" rIns="91440" bIns="45720" rtlCol="0" anchor="ctr">
            <a:normAutofit/>
          </a:bodyPr>
          <a:lstStyle>
            <a:lvl1pPr marL="0" indent="0">
              <a:buNone/>
              <a:defRPr lang="en-US"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0" y="0"/>
            <a:ext cx="12192000" cy="5069400"/>
          </a:xfrm>
          <a:blipFill>
            <a:blip r:embed="rId2">
              <a:alphaModFix amt="8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rgbClr val="FFFFFF"/>
                </a:solidFill>
                <a:effectLst>
                  <a:outerShdw blurRad="38100" dist="38100" dir="2700000" algn="tl">
                    <a:srgbClr val="000000">
                      <a:alpha val="43137"/>
                    </a:srgbClr>
                  </a:outerShdw>
                </a:effectLst>
              </a:defRPr>
            </a:lvl1pPr>
          </a:lstStyle>
          <a:p>
            <a:r>
              <a:rPr lang="en-US" dirty="0"/>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lvl1pPr>
              <a:defRPr>
                <a:solidFill>
                  <a:srgbClr val="FFFFFF"/>
                </a:solidFill>
                <a:effectLst>
                  <a:outerShdw blurRad="38100" dist="38100" dir="2700000" algn="tl">
                    <a:srgbClr val="000000">
                      <a:alpha val="43137"/>
                    </a:srgbClr>
                  </a:outerShdw>
                </a:effectLst>
              </a:defRPr>
            </a:lvl1pPr>
          </a:lstStyle>
          <a:p>
            <a:fld id="{BD5D1244-0536-4076-95F8-65E3144966FF}" type="datetime1">
              <a:rPr lang="en-US" smtClean="0"/>
              <a:t>10/23/2025</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rgbClr val="FFFFFF"/>
                </a:solidFill>
                <a:effectLst>
                  <a:outerShdw blurRad="38100" dist="38100" dir="2700000" algn="tl">
                    <a:srgbClr val="000000">
                      <a:alpha val="43137"/>
                    </a:srgbClr>
                  </a:outerShdw>
                </a:effectLst>
              </a:defRPr>
            </a:lvl1p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8ABE8472-319C-7663-7B71-2A6549DED7EF}"/>
              </a:ext>
            </a:extLst>
          </p:cNvPr>
          <p:cNvCxnSpPr>
            <a:cxnSpLocks/>
          </p:cNvCxnSpPr>
          <p:nvPr/>
        </p:nvCxnSpPr>
        <p:spPr>
          <a:xfrm>
            <a:off x="0" y="5068350"/>
            <a:ext cx="12188952"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77654054"/>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with Picture 4">
    <p:spTree>
      <p:nvGrpSpPr>
        <p:cNvPr id="1" name=""/>
        <p:cNvGrpSpPr/>
        <p:nvPr/>
      </p:nvGrpSpPr>
      <p:grpSpPr>
        <a:xfrm>
          <a:off x="0" y="0"/>
          <a:ext cx="0" cy="0"/>
          <a:chOff x="0" y="0"/>
          <a:chExt cx="0" cy="0"/>
        </a:xfrm>
      </p:grpSpPr>
      <p:sp>
        <p:nvSpPr>
          <p:cNvPr id="8" name="Picture Placeholder 10">
            <a:extLst>
              <a:ext uri="{FF2B5EF4-FFF2-40B4-BE49-F238E27FC236}">
                <a16:creationId xmlns:a16="http://schemas.microsoft.com/office/drawing/2014/main" id="{AEB3F954-B0A7-AD5D-A897-AAA57CEEA771}"/>
              </a:ext>
            </a:extLst>
          </p:cNvPr>
          <p:cNvSpPr>
            <a:spLocks noGrp="1"/>
          </p:cNvSpPr>
          <p:nvPr>
            <p:ph type="pic" sz="quarter" idx="13" hasCustomPrompt="1"/>
          </p:nvPr>
        </p:nvSpPr>
        <p:spPr>
          <a:xfrm>
            <a:off x="0" y="0"/>
            <a:ext cx="12198096" cy="6858000"/>
          </a:xfrm>
          <a:custGeom>
            <a:avLst/>
            <a:gdLst>
              <a:gd name="connsiteX0" fmla="*/ 6914322 w 12198096"/>
              <a:gd name="connsiteY0" fmla="*/ 789558 h 6858000"/>
              <a:gd name="connsiteX1" fmla="*/ 6914322 w 12198096"/>
              <a:gd name="connsiteY1" fmla="*/ 6106620 h 6858000"/>
              <a:gd name="connsiteX2" fmla="*/ 11547659 w 12198096"/>
              <a:gd name="connsiteY2" fmla="*/ 6106620 h 6858000"/>
              <a:gd name="connsiteX3" fmla="*/ 11547659 w 12198096"/>
              <a:gd name="connsiteY3" fmla="*/ 789558 h 6858000"/>
              <a:gd name="connsiteX4" fmla="*/ 0 w 12198096"/>
              <a:gd name="connsiteY4" fmla="*/ 0 h 6858000"/>
              <a:gd name="connsiteX5" fmla="*/ 12198096 w 12198096"/>
              <a:gd name="connsiteY5" fmla="*/ 0 h 6858000"/>
              <a:gd name="connsiteX6" fmla="*/ 12198096 w 12198096"/>
              <a:gd name="connsiteY6" fmla="*/ 6858000 h 6858000"/>
              <a:gd name="connsiteX7" fmla="*/ 0 w 12198096"/>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8096" h="6858000">
                <a:moveTo>
                  <a:pt x="6914322" y="789558"/>
                </a:moveTo>
                <a:lnTo>
                  <a:pt x="6914322" y="6106620"/>
                </a:lnTo>
                <a:lnTo>
                  <a:pt x="11547659" y="6106620"/>
                </a:lnTo>
                <a:lnTo>
                  <a:pt x="11547659" y="789558"/>
                </a:lnTo>
                <a:close/>
                <a:moveTo>
                  <a:pt x="0" y="0"/>
                </a:moveTo>
                <a:lnTo>
                  <a:pt x="12198096" y="0"/>
                </a:lnTo>
                <a:lnTo>
                  <a:pt x="12198096" y="6858000"/>
                </a:lnTo>
                <a:lnTo>
                  <a:pt x="0" y="6858000"/>
                </a:lnTo>
                <a:close/>
              </a:path>
            </a:pathLst>
          </a:custGeom>
          <a:blipFill>
            <a:blip r:embed="rId2">
              <a:alphaModFix amt="80000"/>
            </a:blip>
            <a:stretch>
              <a:fillRect/>
            </a:stretch>
          </a:blipFill>
        </p:spPr>
        <p:txBody>
          <a:bodyPr wrap="square">
            <a:noAutofit/>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6914324" y="789558"/>
            <a:ext cx="4633337" cy="4212210"/>
          </a:xfrm>
          <a:solidFill>
            <a:schemeClr val="bg2"/>
          </a:solidFill>
          <a:ln>
            <a:solidFill>
              <a:schemeClr val="tx2"/>
            </a:solidFill>
          </a:ln>
        </p:spPr>
        <p:txBody>
          <a:bodyPr vert="horz" lIns="320040" tIns="347472" rIns="228600" bIns="45720" rtlCol="0" anchor="t">
            <a:normAutofit/>
          </a:bodyPr>
          <a:lstStyle>
            <a:lvl1pPr>
              <a:defRPr lang="en-US" sz="6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6914322" y="4994648"/>
            <a:ext cx="4633338" cy="1111972"/>
          </a:xfrm>
          <a:solidFill>
            <a:schemeClr val="bg2"/>
          </a:solidFill>
          <a:ln>
            <a:solidFill>
              <a:schemeClr val="tx2"/>
            </a:solidFill>
          </a:ln>
        </p:spPr>
        <p:txBody>
          <a:bodyPr vert="horz" lIns="320040" tIns="45720" rIns="274320" bIns="45720" rtlCol="0" anchor="ctr">
            <a:normAutofit/>
          </a:bodyPr>
          <a:lstStyle>
            <a:lvl1pPr marL="0" indent="0">
              <a:buNone/>
              <a:defRPr lang="en-US"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rgbClr val="FFFFFF"/>
                </a:solidFill>
                <a:effectLst>
                  <a:outerShdw blurRad="38100" dist="38100" dir="2700000" algn="tl">
                    <a:srgbClr val="000000">
                      <a:alpha val="43137"/>
                    </a:srgbClr>
                  </a:outerShdw>
                </a:effectLst>
              </a:defRPr>
            </a:lvl1pPr>
          </a:lstStyle>
          <a:p>
            <a:r>
              <a:rPr lang="en-US" dirty="0"/>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6914323" y="207982"/>
            <a:ext cx="2687062" cy="413360"/>
          </a:xfrm>
        </p:spPr>
        <p:txBody>
          <a:bodyPr/>
          <a:lstStyle>
            <a:lvl1pPr>
              <a:defRPr>
                <a:solidFill>
                  <a:srgbClr val="FFFFFF"/>
                </a:solidFill>
                <a:effectLst>
                  <a:outerShdw blurRad="38100" dist="38100" dir="2700000" algn="tl">
                    <a:srgbClr val="000000">
                      <a:alpha val="43137"/>
                    </a:srgbClr>
                  </a:outerShdw>
                </a:effectLst>
              </a:defRPr>
            </a:lvl1pPr>
          </a:lstStyle>
          <a:p>
            <a:fld id="{AC13FD3B-23EF-4174-AD3C-BC50B64D7857}" type="datetime1">
              <a:rPr lang="en-US" smtClean="0"/>
              <a:t>10/23/2025</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rgbClr val="FFFFFF"/>
                </a:solidFill>
                <a:effectLst>
                  <a:outerShdw blurRad="38100" dist="38100" dir="2700000" algn="tl">
                    <a:srgbClr val="000000">
                      <a:alpha val="43137"/>
                    </a:srgbClr>
                  </a:outerShdw>
                </a:effectLst>
              </a:defRPr>
            </a:lvl1pPr>
          </a:lstStyle>
          <a:p>
            <a:fld id="{753D0FD4-819D-4187-8797-C35567B41C78}" type="slidenum">
              <a:rPr lang="en-US" smtClean="0"/>
              <a:t>‹#›</a:t>
            </a:fld>
            <a:endParaRPr lang="en-US"/>
          </a:p>
        </p:txBody>
      </p:sp>
    </p:spTree>
    <p:extLst>
      <p:ext uri="{BB962C8B-B14F-4D97-AF65-F5344CB8AC3E}">
        <p14:creationId xmlns:p14="http://schemas.microsoft.com/office/powerpoint/2010/main" val="10575356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itle with Picture 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749808"/>
            <a:ext cx="5422392" cy="3822192"/>
          </a:xfrm>
        </p:spPr>
        <p:txBody>
          <a:bodyPr vert="horz" lIns="91440" tIns="45720" rIns="91440" bIns="45720" rtlCol="0" anchor="t">
            <a:normAutofit/>
          </a:bodyPr>
          <a:lstStyle>
            <a:lvl1pPr>
              <a:defRPr lang="en-US" sz="6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40" y="5486400"/>
            <a:ext cx="5422391" cy="978408"/>
          </a:xfrm>
        </p:spPr>
        <p:txBody>
          <a:bodyPr vert="horz" lIns="91440" tIns="45720" rIns="91440" bIns="45720" rtlCol="0" anchor="ctr">
            <a:normAutofit/>
          </a:bodyPr>
          <a:lstStyle>
            <a:lvl1pPr marL="0" indent="0">
              <a:buNone/>
              <a:defRPr lang="en-US"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p>
            <a:r>
              <a:rPr lang="en-US" dirty="0"/>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4815840" y="207982"/>
            <a:ext cx="1280160" cy="413360"/>
          </a:xfrm>
        </p:spPr>
        <p:txBody>
          <a:bodyPr/>
          <a:lstStyle/>
          <a:p>
            <a:fld id="{630E96CE-B7D5-4325-A1C8-DFEADC4BE081}" type="datetime1">
              <a:rPr lang="en-US" smtClean="0"/>
              <a:t>10/23/2025</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a:xfrm>
            <a:off x="5982383" y="207982"/>
            <a:ext cx="546447" cy="413360"/>
          </a:xfrm>
        </p:spPr>
        <p:txBody>
          <a:bodyPr/>
          <a:lstStyle/>
          <a:p>
            <a:fld id="{753D0FD4-819D-4187-8797-C35567B41C78}" type="slidenum">
              <a:rPr lang="en-US" smtClean="0"/>
              <a:t>‹#›</a:t>
            </a:fld>
            <a:endParaRPr lang="en-US"/>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7035554" y="0"/>
            <a:ext cx="5156444" cy="6858000"/>
          </a:xfrm>
          <a:blipFill dpi="0" rotWithShape="1">
            <a:blip r:embed="rId2">
              <a:alphaModFix amt="80000"/>
            </a:blip>
            <a:srcRect/>
            <a:stretch>
              <a:fillRect/>
            </a:stretch>
          </a:blipFill>
        </p:spPr>
        <p:txBody>
          <a:bodyPr/>
          <a:lstStyle>
            <a:lvl1pPr marL="0" indent="0">
              <a:buNone/>
              <a:defRPr/>
            </a:lvl1pPr>
          </a:lstStyle>
          <a:p>
            <a:r>
              <a:rPr lang="en-US" dirty="0"/>
              <a:t> </a:t>
            </a:r>
          </a:p>
        </p:txBody>
      </p:sp>
      <p:cxnSp>
        <p:nvCxnSpPr>
          <p:cNvPr id="9" name="Straight Connector 8">
            <a:extLst>
              <a:ext uri="{FF2B5EF4-FFF2-40B4-BE49-F238E27FC236}">
                <a16:creationId xmlns:a16="http://schemas.microsoft.com/office/drawing/2014/main" id="{E1B20121-9211-E62C-6EDF-8301AE0A0865}"/>
              </a:ext>
            </a:extLst>
          </p:cNvPr>
          <p:cNvCxnSpPr>
            <a:cxnSpLocks/>
          </p:cNvCxnSpPr>
          <p:nvPr/>
        </p:nvCxnSpPr>
        <p:spPr>
          <a:xfrm>
            <a:off x="-4130" y="5215687"/>
            <a:ext cx="703225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ABA69D92-87B2-B41F-6979-69668092108B}"/>
              </a:ext>
            </a:extLst>
          </p:cNvPr>
          <p:cNvCxnSpPr>
            <a:cxnSpLocks/>
          </p:cNvCxnSpPr>
          <p:nvPr/>
        </p:nvCxnSpPr>
        <p:spPr>
          <a:xfrm flipV="1">
            <a:off x="7028120" y="0"/>
            <a:ext cx="0" cy="6858001"/>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76159423"/>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Titl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749808"/>
            <a:ext cx="9287134" cy="3410712"/>
          </a:xfrm>
        </p:spPr>
        <p:txBody>
          <a:bodyPr vert="horz" lIns="91440" tIns="45720" rIns="91440" bIns="45720" rtlCol="0" anchor="t">
            <a:normAutofit/>
          </a:bodyPr>
          <a:lstStyle>
            <a:lvl1pPr>
              <a:defRPr lang="en-US" sz="125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40" y="5477256"/>
            <a:ext cx="11155680" cy="1115568"/>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lvl1pPr>
              <a:defRPr>
                <a:solidFill>
                  <a:schemeClr val="tx2"/>
                </a:solidFill>
              </a:defRPr>
            </a:lvl1pPr>
          </a:lstStyle>
          <a:p>
            <a:fld id="{09DAD850-6AC5-466F-AC13-19EF30EEFBC3}" type="datetime1">
              <a:rPr lang="en-US" smtClean="0"/>
              <a:t>10/23/2025</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chemeClr val="tx2"/>
                </a:solidFill>
              </a:defRPr>
            </a:lvl1p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9D0B70F0-3BE4-FD57-7260-3612F25DFB6B}"/>
              </a:ext>
            </a:extLst>
          </p:cNvPr>
          <p:cNvCxnSpPr>
            <a:cxnSpLocks/>
          </p:cNvCxnSpPr>
          <p:nvPr/>
        </p:nvCxnSpPr>
        <p:spPr>
          <a:xfrm>
            <a:off x="0" y="527477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04743393"/>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itl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758952"/>
            <a:ext cx="7589520" cy="4087368"/>
          </a:xfrm>
        </p:spPr>
        <p:txBody>
          <a:bodyPr vert="horz" lIns="91440" tIns="45720" rIns="91440" bIns="45720" rtlCol="0" anchor="t">
            <a:normAutofit/>
          </a:bodyPr>
          <a:lstStyle>
            <a:lvl1pPr>
              <a:defRPr lang="en-US" sz="96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39" y="5404104"/>
            <a:ext cx="11515277" cy="576072"/>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a:xfrm>
            <a:off x="317773" y="6254496"/>
            <a:ext cx="2963692" cy="413360"/>
          </a:xfrm>
        </p:spPr>
        <p:txBody>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7921742" y="6254496"/>
            <a:ext cx="1679642" cy="413360"/>
          </a:xfrm>
        </p:spPr>
        <p:txBody>
          <a:bodyPr/>
          <a:lstStyle>
            <a:lvl1pPr>
              <a:defRPr>
                <a:solidFill>
                  <a:schemeClr val="tx2"/>
                </a:solidFill>
              </a:defRPr>
            </a:lvl1pPr>
          </a:lstStyle>
          <a:p>
            <a:fld id="{E8F94E15-B448-489B-871D-A40527BFA7B7}" type="datetime1">
              <a:rPr lang="en-US" smtClean="0"/>
              <a:t>10/23/2025</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a:xfrm>
            <a:off x="11288870" y="6254496"/>
            <a:ext cx="546447" cy="413360"/>
          </a:xfrm>
        </p:spPr>
        <p:txBody>
          <a:bodyPr/>
          <a:lstStyle>
            <a:lvl1pPr>
              <a:defRPr>
                <a:solidFill>
                  <a:schemeClr val="tx2"/>
                </a:solidFill>
              </a:defRPr>
            </a:lvl1p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F05C310B-ED34-BA33-630C-F8D5EB2A41A2}"/>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C6B77E3C-9D50-9277-C646-D9B5AB8122BB}"/>
              </a:ext>
            </a:extLst>
          </p:cNvPr>
          <p:cNvCxnSpPr>
            <a:cxnSpLocks/>
          </p:cNvCxnSpPr>
          <p:nvPr/>
        </p:nvCxnSpPr>
        <p:spPr>
          <a:xfrm>
            <a:off x="0" y="527477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18462866"/>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1426464"/>
            <a:ext cx="9528048" cy="4183468"/>
          </a:xfrm>
        </p:spPr>
        <p:txBody>
          <a:bodyPr vert="horz" lIns="91440" tIns="45720" rIns="91440" bIns="45720" rtlCol="0" anchor="b">
            <a:normAutofit/>
          </a:bodyPr>
          <a:lstStyle>
            <a:lvl1pPr>
              <a:defRPr lang="en-US" sz="115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39" y="5779008"/>
            <a:ext cx="9528047" cy="923544"/>
          </a:xfrm>
        </p:spPr>
        <p:txBody>
          <a:bodyPr vert="horz" lIns="91440" tIns="45720" rIns="91440" bIns="45720" rtlCol="0">
            <a:normAutofit/>
          </a:bodyPr>
          <a:lstStyle>
            <a:lvl1pPr marL="0" indent="0">
              <a:buNone/>
              <a:defRPr lang="en-US"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p>
            <a:r>
              <a:rPr lang="en-US" dirty="0"/>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7680069" y="207982"/>
            <a:ext cx="2168017" cy="413360"/>
          </a:xfrm>
        </p:spPr>
        <p:txBody>
          <a:bodyPr/>
          <a:lstStyle/>
          <a:p>
            <a:fld id="{D9253186-4750-42D8-B836-81746FB2A999}" type="datetime1">
              <a:rPr lang="en-US" smtClean="0"/>
              <a:t>10/23/2025</a:t>
            </a:fld>
            <a:endParaRPr lang="en-US" dirty="0"/>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8F6B2E7A-179E-B6D8-4F25-0673E53A95D4}"/>
              </a:ext>
            </a:extLst>
          </p:cNvPr>
          <p:cNvCxnSpPr>
            <a:cxnSpLocks/>
          </p:cNvCxnSpPr>
          <p:nvPr/>
        </p:nvCxnSpPr>
        <p:spPr>
          <a:xfrm>
            <a:off x="1" y="790415"/>
            <a:ext cx="12191999"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43804044"/>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Section Header">
    <p:bg>
      <p:bgPr>
        <a:solidFill>
          <a:srgbClr val="C8350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64008" y="1435608"/>
            <a:ext cx="11594592" cy="5559552"/>
          </a:xfrm>
        </p:spPr>
        <p:txBody>
          <a:bodyPr anchor="b">
            <a:normAutofit/>
          </a:bodyPr>
          <a:lstStyle>
            <a:lvl1pPr>
              <a:lnSpc>
                <a:spcPct val="67000"/>
              </a:lnSpc>
              <a:defRPr sz="14800">
                <a:solidFill>
                  <a:schemeClr val="tx2"/>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CEC3F3D2-CADD-A94F-6739-CCCDA6C6FA8C}"/>
              </a:ext>
            </a:extLst>
          </p:cNvPr>
          <p:cNvSpPr>
            <a:spLocks noGrp="1"/>
          </p:cNvSpPr>
          <p:nvPr>
            <p:ph type="ftr" sz="quarter" idx="11"/>
          </p:nvPr>
        </p:nvSpPr>
        <p:spPr/>
        <p:txBody>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40CC541E-3AF5-9564-CE04-E4B86459DBE0}"/>
              </a:ext>
            </a:extLst>
          </p:cNvPr>
          <p:cNvSpPr>
            <a:spLocks noGrp="1"/>
          </p:cNvSpPr>
          <p:nvPr>
            <p:ph type="dt" sz="half" idx="10"/>
          </p:nvPr>
        </p:nvSpPr>
        <p:spPr/>
        <p:txBody>
          <a:bodyPr/>
          <a:lstStyle>
            <a:lvl1pPr>
              <a:defRPr>
                <a:solidFill>
                  <a:schemeClr val="tx2"/>
                </a:solidFill>
              </a:defRPr>
            </a:lvl1pPr>
          </a:lstStyle>
          <a:p>
            <a:fld id="{CE994A23-0EFF-404D-A2C5-6B54939039AD}" type="datetime1">
              <a:rPr lang="en-US" smtClean="0"/>
              <a:t>10/23/2025</a:t>
            </a:fld>
            <a:endParaRPr lang="en-US"/>
          </a:p>
        </p:txBody>
      </p:sp>
      <p:sp>
        <p:nvSpPr>
          <p:cNvPr id="6" name="Slide Number Placeholder 5">
            <a:extLst>
              <a:ext uri="{FF2B5EF4-FFF2-40B4-BE49-F238E27FC236}">
                <a16:creationId xmlns:a16="http://schemas.microsoft.com/office/drawing/2014/main" id="{C3C772A7-7F28-0EB0-D243-BCC6917DADA2}"/>
              </a:ext>
            </a:extLst>
          </p:cNvPr>
          <p:cNvSpPr>
            <a:spLocks noGrp="1"/>
          </p:cNvSpPr>
          <p:nvPr>
            <p:ph type="sldNum" sz="quarter" idx="12"/>
          </p:nvPr>
        </p:nvSpPr>
        <p:spPr/>
        <p:txBody>
          <a:bodyPr/>
          <a:lstStyle>
            <a:lvl1pPr>
              <a:defRPr>
                <a:solidFill>
                  <a:schemeClr val="tx2"/>
                </a:solidFill>
              </a:defRPr>
            </a:lvl1p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7F716D65-B11C-E9B7-66BF-88E72C5DCEBA}"/>
              </a:ext>
            </a:extLst>
          </p:cNvPr>
          <p:cNvCxnSpPr>
            <a:cxnSpLocks/>
          </p:cNvCxnSpPr>
          <p:nvPr/>
        </p:nvCxnSpPr>
        <p:spPr>
          <a:xfrm>
            <a:off x="0" y="783822"/>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71716082"/>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Section Header 2">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64008" y="1435608"/>
            <a:ext cx="11594592" cy="5559552"/>
          </a:xfrm>
        </p:spPr>
        <p:txBody>
          <a:bodyPr anchor="b">
            <a:normAutofit/>
          </a:bodyPr>
          <a:lstStyle>
            <a:lvl1pPr>
              <a:lnSpc>
                <a:spcPct val="67000"/>
              </a:lnSpc>
              <a:defRPr sz="14800">
                <a:solidFill>
                  <a:schemeClr val="accent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CEC3F3D2-CADD-A94F-6739-CCCDA6C6FA8C}"/>
              </a:ext>
            </a:extLst>
          </p:cNvPr>
          <p:cNvSpPr>
            <a:spLocks noGrp="1"/>
          </p:cNvSpPr>
          <p:nvPr>
            <p:ph type="ftr" sz="quarter" idx="11"/>
          </p:nvPr>
        </p:nvSpPr>
        <p:spPr/>
        <p:txBody>
          <a:bodyPr/>
          <a:lstStyle>
            <a:lvl1pPr>
              <a:defRPr>
                <a:solidFill>
                  <a:schemeClr val="accent1"/>
                </a:solidFill>
              </a:defRPr>
            </a:lvl1pPr>
          </a:lstStyle>
          <a:p>
            <a:r>
              <a:rPr lang="en-US" dirty="0"/>
              <a:t>Footer Text</a:t>
            </a:r>
          </a:p>
        </p:txBody>
      </p:sp>
      <p:sp>
        <p:nvSpPr>
          <p:cNvPr id="4" name="Date Placeholder 3">
            <a:extLst>
              <a:ext uri="{FF2B5EF4-FFF2-40B4-BE49-F238E27FC236}">
                <a16:creationId xmlns:a16="http://schemas.microsoft.com/office/drawing/2014/main" id="{40CC541E-3AF5-9564-CE04-E4B86459DBE0}"/>
              </a:ext>
            </a:extLst>
          </p:cNvPr>
          <p:cNvSpPr>
            <a:spLocks noGrp="1"/>
          </p:cNvSpPr>
          <p:nvPr>
            <p:ph type="dt" sz="half" idx="10"/>
          </p:nvPr>
        </p:nvSpPr>
        <p:spPr/>
        <p:txBody>
          <a:bodyPr/>
          <a:lstStyle>
            <a:lvl1pPr>
              <a:defRPr>
                <a:solidFill>
                  <a:schemeClr val="accent1"/>
                </a:solidFill>
              </a:defRPr>
            </a:lvl1pPr>
          </a:lstStyle>
          <a:p>
            <a:fld id="{4B393500-FDAE-4B7A-8E90-4B7ED0649363}" type="datetime1">
              <a:rPr lang="en-US" smtClean="0"/>
              <a:t>10/23/2025</a:t>
            </a:fld>
            <a:endParaRPr lang="en-US"/>
          </a:p>
        </p:txBody>
      </p:sp>
      <p:sp>
        <p:nvSpPr>
          <p:cNvPr id="6" name="Slide Number Placeholder 5">
            <a:extLst>
              <a:ext uri="{FF2B5EF4-FFF2-40B4-BE49-F238E27FC236}">
                <a16:creationId xmlns:a16="http://schemas.microsoft.com/office/drawing/2014/main" id="{C3C772A7-7F28-0EB0-D243-BCC6917DADA2}"/>
              </a:ext>
            </a:extLst>
          </p:cNvPr>
          <p:cNvSpPr>
            <a:spLocks noGrp="1"/>
          </p:cNvSpPr>
          <p:nvPr>
            <p:ph type="sldNum" sz="quarter" idx="12"/>
          </p:nvPr>
        </p:nvSpPr>
        <p:spPr/>
        <p:txBody>
          <a:bodyPr/>
          <a:lstStyle>
            <a:lvl1pPr>
              <a:defRPr>
                <a:solidFill>
                  <a:schemeClr val="accent1"/>
                </a:solidFill>
              </a:defRPr>
            </a:lvl1p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7F716D65-B11C-E9B7-66BF-88E72C5DCEBA}"/>
              </a:ext>
            </a:extLst>
          </p:cNvPr>
          <p:cNvCxnSpPr>
            <a:cxnSpLocks/>
          </p:cNvCxnSpPr>
          <p:nvPr/>
        </p:nvCxnSpPr>
        <p:spPr>
          <a:xfrm>
            <a:off x="0" y="783822"/>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541122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reserve="1">
  <p:cSld name="Agenda">
    <p:bg>
      <p:bgPr>
        <a:solidFill>
          <a:schemeClr val="bg2">
            <a:lumMod val="90000"/>
            <a:alpha val="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7" y="886968"/>
            <a:ext cx="11405277" cy="1170432"/>
          </a:xfrm>
        </p:spPr>
        <p:txBody>
          <a:bodyPr>
            <a:normAutofit/>
          </a:bodyPr>
          <a:lstStyle>
            <a:lvl1pPr>
              <a:defRPr sz="8800">
                <a:solidFill>
                  <a:schemeClr val="accent1"/>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07599C6D-D164-AA94-72F8-241C187199F2}"/>
              </a:ext>
            </a:extLst>
          </p:cNvPr>
          <p:cNvSpPr>
            <a:spLocks noGrp="1"/>
          </p:cNvSpPr>
          <p:nvPr>
            <p:ph type="ftr" sz="quarter" idx="11"/>
          </p:nvPr>
        </p:nvSpPr>
        <p:spPr/>
        <p:txBody>
          <a:bodyPr/>
          <a:lstStyle/>
          <a:p>
            <a:r>
              <a:rPr lang="en-US" dirty="0"/>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764881" y="2832652"/>
            <a:ext cx="6893719" cy="3508951"/>
          </a:xfrm>
        </p:spPr>
        <p:txBody>
          <a:bodyPr anchor="t">
            <a:normAutofit/>
          </a:bodyPr>
          <a:lstStyle>
            <a:lvl1pPr marL="457200" indent="-457200">
              <a:buFont typeface="+mj-lt"/>
              <a:buAutoNum type="arabicPeriod"/>
              <a:defRPr sz="2000"/>
            </a:lvl1pPr>
            <a:lvl2pPr marL="800100" indent="-342900">
              <a:buFont typeface="+mj-lt"/>
              <a:buAutoNum type="arabicPeriod"/>
              <a:defRPr sz="1800"/>
            </a:lvl2pPr>
            <a:lvl3pPr marL="1257300" indent="-342900">
              <a:buFont typeface="+mj-lt"/>
              <a:buAutoNum type="arabicPeriod"/>
              <a:defRPr sz="1600"/>
            </a:lvl3pPr>
            <a:lvl4pPr marL="1714500" indent="-342900">
              <a:buFont typeface="+mj-lt"/>
              <a:buAutoNum type="arabicPeriod"/>
              <a:defRPr sz="1400"/>
            </a:lvl4pPr>
            <a:lvl5pPr marL="21717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10B50CAA-07B2-F8CA-1425-4249CE17A802}"/>
              </a:ext>
            </a:extLst>
          </p:cNvPr>
          <p:cNvSpPr>
            <a:spLocks noGrp="1"/>
          </p:cNvSpPr>
          <p:nvPr>
            <p:ph type="dt" sz="half" idx="10"/>
          </p:nvPr>
        </p:nvSpPr>
        <p:spPr/>
        <p:txBody>
          <a:bodyPr/>
          <a:lstStyle/>
          <a:p>
            <a:fld id="{D9D311C3-93DB-42DC-917F-4386F19A1E3B}" type="datetime1">
              <a:rPr lang="en-US" smtClean="0"/>
              <a:t>10/23/2025</a:t>
            </a:fld>
            <a:endParaRPr lang="en-US"/>
          </a:p>
        </p:txBody>
      </p:sp>
      <p:sp>
        <p:nvSpPr>
          <p:cNvPr id="11" name="Slide Number Placeholder 10">
            <a:extLst>
              <a:ext uri="{FF2B5EF4-FFF2-40B4-BE49-F238E27FC236}">
                <a16:creationId xmlns:a16="http://schemas.microsoft.com/office/drawing/2014/main" id="{5DEAD866-E26E-BF23-7B5D-9F689B2FA881}"/>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E8AC7CAE-FC19-2728-AA3B-1D2FE7879B25}"/>
              </a:ext>
            </a:extLst>
          </p:cNvPr>
          <p:cNvCxnSpPr>
            <a:cxnSpLocks/>
          </p:cNvCxnSpPr>
          <p:nvPr/>
        </p:nvCxnSpPr>
        <p:spPr>
          <a:xfrm>
            <a:off x="0" y="2118492"/>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F11B3592-91FB-05F4-B422-A40D7CD4DE2D}"/>
              </a:ext>
            </a:extLst>
          </p:cNvPr>
          <p:cNvCxnSpPr>
            <a:cxnSpLocks/>
          </p:cNvCxnSpPr>
          <p:nvPr/>
        </p:nvCxnSpPr>
        <p:spPr>
          <a:xfrm>
            <a:off x="0" y="800100"/>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47768275"/>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Agenda with Picture">
    <p:bg>
      <p:bgPr>
        <a:solidFill>
          <a:schemeClr val="bg2">
            <a:lumMod val="90000"/>
            <a:alpha val="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5266944" y="521208"/>
            <a:ext cx="6647688" cy="1865376"/>
          </a:xfrm>
        </p:spPr>
        <p:txBody>
          <a:bodyPr>
            <a:normAutofit/>
          </a:bodyPr>
          <a:lstStyle>
            <a:lvl1pPr>
              <a:defRPr sz="8000">
                <a:solidFill>
                  <a:schemeClr val="accent1"/>
                </a:solidFill>
              </a:defRPr>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AD3A4126-4E48-DD2C-1468-6A36AE6C1D14}"/>
              </a:ext>
            </a:extLst>
          </p:cNvPr>
          <p:cNvSpPr>
            <a:spLocks noGrp="1"/>
          </p:cNvSpPr>
          <p:nvPr>
            <p:ph type="pic" sz="quarter" idx="13" hasCustomPrompt="1"/>
          </p:nvPr>
        </p:nvSpPr>
        <p:spPr>
          <a:xfrm>
            <a:off x="0" y="0"/>
            <a:ext cx="4917320" cy="6858000"/>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266943" y="2651760"/>
            <a:ext cx="6327648" cy="3547872"/>
          </a:xfrm>
        </p:spPr>
        <p:txBody>
          <a:bodyPr>
            <a:normAutofit/>
          </a:bodyPr>
          <a:lstStyle>
            <a:lvl1pPr marL="457200" indent="-457200">
              <a:buFont typeface="+mj-lt"/>
              <a:buAutoNum type="arabicPeriod"/>
              <a:defRPr sz="2000"/>
            </a:lvl1pPr>
            <a:lvl2pPr marL="800100" indent="-342900">
              <a:buFont typeface="+mj-lt"/>
              <a:buAutoNum type="arabicPeriod"/>
              <a:defRPr sz="1800"/>
            </a:lvl2pPr>
            <a:lvl3pPr marL="1257300" indent="-342900">
              <a:buFont typeface="+mj-lt"/>
              <a:buAutoNum type="arabicPeriod"/>
              <a:defRPr sz="1600"/>
            </a:lvl3pPr>
            <a:lvl4pPr marL="1714500" indent="-342900">
              <a:buFont typeface="+mj-lt"/>
              <a:buAutoNum type="arabicPeriod"/>
              <a:defRPr sz="1400"/>
            </a:lvl4pPr>
            <a:lvl5pPr marL="21717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5271899" y="210312"/>
            <a:ext cx="2962656"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9573511" y="210312"/>
            <a:ext cx="1679642" cy="411480"/>
          </a:xfrm>
        </p:spPr>
        <p:txBody>
          <a:bodyPr/>
          <a:lstStyle/>
          <a:p>
            <a:fld id="{948C47DC-C479-4517-B1B0-94DB01BA76E7}" type="datetime1">
              <a:rPr lang="en-US" smtClean="0"/>
              <a:t>10/23/2025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E7633BE4-C9B9-310C-1EAE-191B5D344B59}"/>
              </a:ext>
            </a:extLst>
          </p:cNvPr>
          <p:cNvCxnSpPr>
            <a:cxnSpLocks/>
          </p:cNvCxnSpPr>
          <p:nvPr/>
        </p:nvCxnSpPr>
        <p:spPr>
          <a:xfrm>
            <a:off x="4923916" y="2452449"/>
            <a:ext cx="7268084"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EA010762-96A4-4E1C-CD5D-EE1C1D1FC6E2}"/>
              </a:ext>
            </a:extLst>
          </p:cNvPr>
          <p:cNvCxnSpPr>
            <a:cxnSpLocks/>
          </p:cNvCxnSpPr>
          <p:nvPr/>
        </p:nvCxnSpPr>
        <p:spPr>
          <a:xfrm flipV="1">
            <a:off x="4923916" y="0"/>
            <a:ext cx="0" cy="685800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93327053"/>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394368" y="1589105"/>
            <a:ext cx="5403264" cy="1622994"/>
          </a:xfrm>
        </p:spPr>
        <p:txBody>
          <a:bodyPr vert="horz" lIns="91440" tIns="45720" rIns="91440" bIns="45720" rtlCol="0" anchor="b">
            <a:normAutofit/>
          </a:bodyPr>
          <a:lstStyle>
            <a:lvl1pPr algn="ctr">
              <a:defRPr lang="en-US" sz="44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D956E9D4-3B6F-5DDD-5E3B-A829B10ED9F1}"/>
              </a:ext>
            </a:extLst>
          </p:cNvPr>
          <p:cNvSpPr>
            <a:spLocks noGrp="1"/>
          </p:cNvSpPr>
          <p:nvPr>
            <p:ph type="ftr" sz="quarter" idx="11"/>
          </p:nvPr>
        </p:nvSpPr>
        <p:spPr/>
        <p:txBody>
          <a:bodyPr/>
          <a:lstStyle/>
          <a:p>
            <a:r>
              <a:rPr lang="en-US" dirty="0"/>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394368" y="3395398"/>
            <a:ext cx="5403264" cy="1837985"/>
          </a:xfrm>
        </p:spPr>
        <p:txBody>
          <a:bodyPr anchor="t"/>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9F60BAB4-BB08-FD4A-678D-2FFE35A0DFDA}"/>
              </a:ext>
            </a:extLst>
          </p:cNvPr>
          <p:cNvSpPr>
            <a:spLocks noGrp="1"/>
          </p:cNvSpPr>
          <p:nvPr>
            <p:ph type="dt" sz="half" idx="10"/>
          </p:nvPr>
        </p:nvSpPr>
        <p:spPr/>
        <p:txBody>
          <a:bodyPr/>
          <a:lstStyle/>
          <a:p>
            <a:fld id="{B24F1FC4-E055-4072-90AD-B359FC529E8A}" type="datetime1">
              <a:rPr lang="en-US" smtClean="0"/>
              <a:t>10/23/2025</a:t>
            </a:fld>
            <a:endParaRPr lang="en-US"/>
          </a:p>
        </p:txBody>
      </p:sp>
      <p:sp>
        <p:nvSpPr>
          <p:cNvPr id="10" name="Slide Number Placeholder 9">
            <a:extLst>
              <a:ext uri="{FF2B5EF4-FFF2-40B4-BE49-F238E27FC236}">
                <a16:creationId xmlns:a16="http://schemas.microsoft.com/office/drawing/2014/main" id="{DBF6EF0E-4178-1F33-0BF9-2A2B4C33C257}"/>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B21C4E92-1D0B-ABAB-54CA-016BB17A93FD}"/>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D801A3D6-493E-2CE6-4153-5A2D3C978311}"/>
              </a:ext>
            </a:extLst>
          </p:cNvPr>
          <p:cNvCxnSpPr>
            <a:cxnSpLocks/>
          </p:cNvCxnSpPr>
          <p:nvPr/>
        </p:nvCxnSpPr>
        <p:spPr>
          <a:xfrm>
            <a:off x="2673336" y="781627"/>
            <a:ext cx="0" cy="5276273"/>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1D7E29DE-22CD-1512-C9E7-51C4D8B5F337}"/>
              </a:ext>
            </a:extLst>
          </p:cNvPr>
          <p:cNvCxnSpPr>
            <a:cxnSpLocks/>
          </p:cNvCxnSpPr>
          <p:nvPr/>
        </p:nvCxnSpPr>
        <p:spPr>
          <a:xfrm>
            <a:off x="9526413" y="781627"/>
            <a:ext cx="0" cy="5276273"/>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01583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17772" y="1100834"/>
            <a:ext cx="8533261" cy="2314842"/>
          </a:xfrm>
        </p:spPr>
        <p:txBody>
          <a:bodyPr vert="horz" lIns="91440" tIns="45720" rIns="91440" bIns="45720" rtlCol="0" anchor="t">
            <a:normAutofit/>
          </a:bodyPr>
          <a:lstStyle>
            <a:lvl1pPr>
              <a:defRPr lang="en-US" sz="8000" dirty="0"/>
            </a:lvl1pPr>
          </a:lstStyle>
          <a:p>
            <a:pPr lvl="0"/>
            <a:r>
              <a:rPr lang="en-US"/>
              <a:t>Click to edit Master title style</a:t>
            </a:r>
            <a:endParaRPr lang="en-US" dirty="0"/>
          </a:p>
        </p:txBody>
      </p:sp>
      <p:sp>
        <p:nvSpPr>
          <p:cNvPr id="12" name="Footer Placeholder 11">
            <a:extLst>
              <a:ext uri="{FF2B5EF4-FFF2-40B4-BE49-F238E27FC236}">
                <a16:creationId xmlns:a16="http://schemas.microsoft.com/office/drawing/2014/main" id="{F6B2ADB6-8B11-5463-D307-3F4916CA6A70}"/>
              </a:ext>
            </a:extLst>
          </p:cNvPr>
          <p:cNvSpPr>
            <a:spLocks noGrp="1"/>
          </p:cNvSpPr>
          <p:nvPr>
            <p:ph type="ftr" sz="quarter" idx="11"/>
          </p:nvPr>
        </p:nvSpPr>
        <p:spPr/>
        <p:txBody>
          <a:bodyPr/>
          <a:lstStyle/>
          <a:p>
            <a:r>
              <a:rPr lang="en-US" dirty="0"/>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566893" y="3442324"/>
            <a:ext cx="3894179" cy="2274889"/>
          </a:xfrm>
        </p:spPr>
        <p:txBody>
          <a:bodyPr vert="horz" lIns="91440" tIns="45720" rIns="91440" bIns="45720" rtlCol="0" anchor="b">
            <a:normAutofit/>
          </a:bodyPr>
          <a:lstStyle>
            <a:lvl1pPr marL="0" indent="0">
              <a:buNone/>
              <a:defRPr lang="en-US" dirty="0"/>
            </a:lvl1pPr>
            <a:lvl2pPr marL="457200" indent="0">
              <a:buNone/>
              <a:defRPr lang="en-US" dirty="0"/>
            </a:lvl2pPr>
            <a:lvl3pPr marL="914400" indent="0">
              <a:buNone/>
              <a:defRPr lang="en-US" dirty="0"/>
            </a:lvl3pPr>
            <a:lvl4pPr marL="1371600" indent="0">
              <a:buNone/>
              <a:defRPr lang="en-US" dirty="0"/>
            </a:lvl4pPr>
            <a:lvl5pPr marL="18288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Date Placeholder 10">
            <a:extLst>
              <a:ext uri="{FF2B5EF4-FFF2-40B4-BE49-F238E27FC236}">
                <a16:creationId xmlns:a16="http://schemas.microsoft.com/office/drawing/2014/main" id="{1A9A27FE-5C62-0E4C-1D35-2B5BE652199D}"/>
              </a:ext>
            </a:extLst>
          </p:cNvPr>
          <p:cNvSpPr>
            <a:spLocks noGrp="1"/>
          </p:cNvSpPr>
          <p:nvPr>
            <p:ph type="dt" sz="half" idx="10"/>
          </p:nvPr>
        </p:nvSpPr>
        <p:spPr/>
        <p:txBody>
          <a:bodyPr/>
          <a:lstStyle/>
          <a:p>
            <a:fld id="{69AE50BB-FE55-4F45-B460-B5BF3CD2BA72}" type="datetime1">
              <a:rPr lang="en-US" smtClean="0"/>
              <a:t>10/23/2025</a:t>
            </a:fld>
            <a:endParaRPr lang="en-US"/>
          </a:p>
        </p:txBody>
      </p:sp>
      <p:sp>
        <p:nvSpPr>
          <p:cNvPr id="13" name="Slide Number Placeholder 12">
            <a:extLst>
              <a:ext uri="{FF2B5EF4-FFF2-40B4-BE49-F238E27FC236}">
                <a16:creationId xmlns:a16="http://schemas.microsoft.com/office/drawing/2014/main" id="{047450B0-6060-60C9-5AC2-20186A242445}"/>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B21C4E92-1D0B-ABAB-54CA-016BB17A93FD}"/>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412222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obj"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3191" y="2077374"/>
            <a:ext cx="4479107" cy="2691413"/>
          </a:xfrm>
        </p:spPr>
        <p:txBody>
          <a:bodyPr vert="horz" lIns="91440" tIns="45720" rIns="91440" bIns="45720" rtlCol="0" anchor="ctr">
            <a:normAutofit/>
          </a:bodyPr>
          <a:lstStyle>
            <a:lvl1pPr>
              <a:defRPr lang="en-US" sz="6600" dirty="0"/>
            </a:lvl1pPr>
          </a:lstStyle>
          <a:p>
            <a:pPr lvl="0"/>
            <a:r>
              <a:rPr lang="en-US"/>
              <a:t>Click to edit Master title style</a:t>
            </a:r>
            <a:endParaRPr lang="en-US" dirty="0"/>
          </a:p>
        </p:txBody>
      </p:sp>
      <p:sp>
        <p:nvSpPr>
          <p:cNvPr id="10" name="Footer Placeholder 9">
            <a:extLst>
              <a:ext uri="{FF2B5EF4-FFF2-40B4-BE49-F238E27FC236}">
                <a16:creationId xmlns:a16="http://schemas.microsoft.com/office/drawing/2014/main" id="{F7DEB5EF-910B-9B2B-CB95-1AD374FECAFB}"/>
              </a:ext>
            </a:extLst>
          </p:cNvPr>
          <p:cNvSpPr>
            <a:spLocks noGrp="1"/>
          </p:cNvSpPr>
          <p:nvPr>
            <p:ph type="ftr" sz="quarter" idx="11"/>
          </p:nvPr>
        </p:nvSpPr>
        <p:spPr/>
        <p:txBody>
          <a:bodyPr/>
          <a:lstStyle/>
          <a:p>
            <a:r>
              <a:rPr lang="en-US" dirty="0"/>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751577" y="2210542"/>
            <a:ext cx="5869293" cy="2432477"/>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5FD4BD0F-0EF0-D5B9-5485-1ECB765DC5D9}"/>
              </a:ext>
            </a:extLst>
          </p:cNvPr>
          <p:cNvSpPr>
            <a:spLocks noGrp="1"/>
          </p:cNvSpPr>
          <p:nvPr>
            <p:ph type="dt" sz="half" idx="10"/>
          </p:nvPr>
        </p:nvSpPr>
        <p:spPr>
          <a:xfrm>
            <a:off x="5751577" y="207982"/>
            <a:ext cx="1921315" cy="413360"/>
          </a:xfrm>
        </p:spPr>
        <p:txBody>
          <a:bodyPr/>
          <a:lstStyle/>
          <a:p>
            <a:fld id="{F92C9D0B-C1A3-434D-9CF9-A666A14DD8A1}" type="datetime1">
              <a:rPr lang="en-US" smtClean="0"/>
              <a:t>10/23/2025</a:t>
            </a:fld>
            <a:endParaRPr lang="en-US"/>
          </a:p>
        </p:txBody>
      </p:sp>
      <p:sp>
        <p:nvSpPr>
          <p:cNvPr id="12" name="Slide Number Placeholder 11">
            <a:extLst>
              <a:ext uri="{FF2B5EF4-FFF2-40B4-BE49-F238E27FC236}">
                <a16:creationId xmlns:a16="http://schemas.microsoft.com/office/drawing/2014/main" id="{8566B317-2D55-4797-E621-551FCA482D78}"/>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5311938" y="1550633"/>
            <a:ext cx="0" cy="3756734"/>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6790D5D6-313A-8ACD-591F-F8BEC510B947}"/>
              </a:ext>
            </a:extLst>
          </p:cNvPr>
          <p:cNvCxnSpPr>
            <a:cxnSpLocks/>
          </p:cNvCxnSpPr>
          <p:nvPr/>
        </p:nvCxnSpPr>
        <p:spPr>
          <a:xfrm>
            <a:off x="0" y="5308844"/>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9F6F1415-3933-6D89-472D-2FA4BBB279E7}"/>
              </a:ext>
            </a:extLst>
          </p:cNvPr>
          <p:cNvCxnSpPr>
            <a:cxnSpLocks/>
          </p:cNvCxnSpPr>
          <p:nvPr/>
        </p:nvCxnSpPr>
        <p:spPr>
          <a:xfrm>
            <a:off x="0" y="155063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264983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3191" y="1264785"/>
            <a:ext cx="4479107" cy="4315917"/>
          </a:xfrm>
        </p:spPr>
        <p:txBody>
          <a:bodyPr vert="horz" lIns="91440" tIns="45720" rIns="91440" bIns="45720" rtlCol="0" anchor="ctr">
            <a:normAutofit/>
          </a:bodyPr>
          <a:lstStyle>
            <a:lvl1pPr>
              <a:defRPr lang="en-US" sz="6600" dirty="0"/>
            </a:lvl1pPr>
          </a:lstStyle>
          <a:p>
            <a:pPr lvl="0"/>
            <a:r>
              <a:rPr lang="en-US"/>
              <a:t>Click to edit Master title style</a:t>
            </a:r>
            <a:endParaRPr lang="en-US" dirty="0"/>
          </a:p>
        </p:txBody>
      </p:sp>
      <p:sp>
        <p:nvSpPr>
          <p:cNvPr id="10" name="Footer Placeholder 9">
            <a:extLst>
              <a:ext uri="{FF2B5EF4-FFF2-40B4-BE49-F238E27FC236}">
                <a16:creationId xmlns:a16="http://schemas.microsoft.com/office/drawing/2014/main" id="{922A59EF-3E61-0654-D289-2E1D6B738BA9}"/>
              </a:ext>
            </a:extLst>
          </p:cNvPr>
          <p:cNvSpPr>
            <a:spLocks noGrp="1"/>
          </p:cNvSpPr>
          <p:nvPr>
            <p:ph type="ftr" sz="quarter" idx="11"/>
          </p:nvPr>
        </p:nvSpPr>
        <p:spPr/>
        <p:txBody>
          <a:bodyPr/>
          <a:lstStyle/>
          <a:p>
            <a:r>
              <a:rPr lang="en-US" dirty="0"/>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751577" y="1264782"/>
            <a:ext cx="5869293" cy="4315922"/>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1E4E1FBF-A73A-1962-4961-FD2DDB212A04}"/>
              </a:ext>
            </a:extLst>
          </p:cNvPr>
          <p:cNvSpPr>
            <a:spLocks noGrp="1"/>
          </p:cNvSpPr>
          <p:nvPr>
            <p:ph type="dt" sz="half" idx="10"/>
          </p:nvPr>
        </p:nvSpPr>
        <p:spPr>
          <a:xfrm>
            <a:off x="5751577" y="207982"/>
            <a:ext cx="1921315" cy="413360"/>
          </a:xfrm>
        </p:spPr>
        <p:txBody>
          <a:bodyPr/>
          <a:lstStyle/>
          <a:p>
            <a:fld id="{A160C79D-A598-4F1A-884F-A703D5B0FD7B}" type="datetime1">
              <a:rPr lang="en-US" smtClean="0"/>
              <a:t>10/23/2025</a:t>
            </a:fld>
            <a:endParaRPr lang="en-US"/>
          </a:p>
        </p:txBody>
      </p:sp>
      <p:sp>
        <p:nvSpPr>
          <p:cNvPr id="11" name="Slide Number Placeholder 10">
            <a:extLst>
              <a:ext uri="{FF2B5EF4-FFF2-40B4-BE49-F238E27FC236}">
                <a16:creationId xmlns:a16="http://schemas.microsoft.com/office/drawing/2014/main" id="{EB5754BB-F3CF-1B1E-E0B8-85D0578CB61D}"/>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5311938" y="787587"/>
            <a:ext cx="0" cy="5270313"/>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6790D5D6-313A-8ACD-591F-F8BEC510B947}"/>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594239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3192" y="1249959"/>
            <a:ext cx="4085912" cy="5125673"/>
          </a:xfrm>
        </p:spPr>
        <p:txBody>
          <a:bodyPr vert="horz" lIns="91440" tIns="45720" rIns="91440" bIns="45720" rtlCol="0" anchor="t">
            <a:normAutofit/>
          </a:bodyPr>
          <a:lstStyle>
            <a:lvl1pPr>
              <a:defRPr lang="en-US" sz="66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2A5B8121-E925-2131-A76A-FBDAB0BC9C80}"/>
              </a:ext>
            </a:extLst>
          </p:cNvPr>
          <p:cNvSpPr>
            <a:spLocks noGrp="1"/>
          </p:cNvSpPr>
          <p:nvPr>
            <p:ph type="ftr" sz="quarter" idx="11"/>
          </p:nvPr>
        </p:nvSpPr>
        <p:spPr/>
        <p:txBody>
          <a:bodyPr/>
          <a:lstStyle/>
          <a:p>
            <a:r>
              <a:rPr lang="en-US" dirty="0"/>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58384" y="1249959"/>
            <a:ext cx="6440424" cy="52387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DBA5BEFD-7245-BB4D-0F86-F1C3A32E0676}"/>
              </a:ext>
            </a:extLst>
          </p:cNvPr>
          <p:cNvSpPr>
            <a:spLocks noGrp="1"/>
          </p:cNvSpPr>
          <p:nvPr>
            <p:ph type="dt" sz="half" idx="10"/>
          </p:nvPr>
        </p:nvSpPr>
        <p:spPr>
          <a:xfrm>
            <a:off x="5363852" y="207982"/>
            <a:ext cx="1921315" cy="413360"/>
          </a:xfrm>
        </p:spPr>
        <p:txBody>
          <a:bodyPr/>
          <a:lstStyle/>
          <a:p>
            <a:fld id="{742A22FE-7CAA-4561-B3B2-F8D8C37BE3D2}" type="datetime1">
              <a:rPr lang="en-US" smtClean="0"/>
              <a:t>10/23/2025</a:t>
            </a:fld>
            <a:endParaRPr lang="en-US"/>
          </a:p>
        </p:txBody>
      </p:sp>
      <p:sp>
        <p:nvSpPr>
          <p:cNvPr id="10" name="Slide Number Placeholder 9">
            <a:extLst>
              <a:ext uri="{FF2B5EF4-FFF2-40B4-BE49-F238E27FC236}">
                <a16:creationId xmlns:a16="http://schemas.microsoft.com/office/drawing/2014/main" id="{85879897-4AF6-4B38-AB30-8DD979DC52CE}"/>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4918746" y="805343"/>
            <a:ext cx="0" cy="605265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598529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1034473"/>
            <a:ext cx="11420337" cy="1582221"/>
          </a:xfrm>
        </p:spPr>
        <p:txBody>
          <a:bodyPr/>
          <a:lstStyle>
            <a:lvl1pPr>
              <a:defRPr sz="660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9" y="2974109"/>
            <a:ext cx="11420336" cy="34015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E617F9A-AF72-E9F9-FE67-264CFD0B855C}"/>
              </a:ext>
            </a:extLst>
          </p:cNvPr>
          <p:cNvSpPr>
            <a:spLocks noGrp="1"/>
          </p:cNvSpPr>
          <p:nvPr>
            <p:ph type="ftr" sz="quarter" idx="11"/>
          </p:nvPr>
        </p:nvSpPr>
        <p:spPr/>
        <p:txBody>
          <a:bodyPr/>
          <a:lstStyle/>
          <a:p>
            <a:r>
              <a:rPr lang="en-US" dirty="0"/>
              <a:t>Footer Text</a:t>
            </a:r>
          </a:p>
        </p:txBody>
      </p:sp>
      <p:sp>
        <p:nvSpPr>
          <p:cNvPr id="8" name="Date Placeholder 7">
            <a:extLst>
              <a:ext uri="{FF2B5EF4-FFF2-40B4-BE49-F238E27FC236}">
                <a16:creationId xmlns:a16="http://schemas.microsoft.com/office/drawing/2014/main" id="{70522668-B624-9A0D-743B-874B6468AC18}"/>
              </a:ext>
            </a:extLst>
          </p:cNvPr>
          <p:cNvSpPr>
            <a:spLocks noGrp="1"/>
          </p:cNvSpPr>
          <p:nvPr>
            <p:ph type="dt" sz="half" idx="10"/>
          </p:nvPr>
        </p:nvSpPr>
        <p:spPr/>
        <p:txBody>
          <a:bodyPr/>
          <a:lstStyle/>
          <a:p>
            <a:fld id="{7DD67DB9-842B-4031-A4D5-ECF9E159B606}" type="datetime1">
              <a:rPr lang="en-US" smtClean="0"/>
              <a:t>10/23/2025</a:t>
            </a:fld>
            <a:endParaRPr lang="en-US"/>
          </a:p>
        </p:txBody>
      </p:sp>
      <p:sp>
        <p:nvSpPr>
          <p:cNvPr id="10" name="Slide Number Placeholder 9">
            <a:extLst>
              <a:ext uri="{FF2B5EF4-FFF2-40B4-BE49-F238E27FC236}">
                <a16:creationId xmlns:a16="http://schemas.microsoft.com/office/drawing/2014/main" id="{F09EC300-3CBF-3BA7-991F-4143EBA209C4}"/>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093DFD8D-B66E-C844-B523-E3C51265F5EA}"/>
              </a:ext>
            </a:extLst>
          </p:cNvPr>
          <p:cNvCxnSpPr>
            <a:cxnSpLocks/>
          </p:cNvCxnSpPr>
          <p:nvPr/>
        </p:nvCxnSpPr>
        <p:spPr>
          <a:xfrm>
            <a:off x="0" y="2703185"/>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379354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Content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5088" y="1249959"/>
            <a:ext cx="3578905" cy="5125673"/>
          </a:xfrm>
        </p:spPr>
        <p:txBody>
          <a:bodyPr vert="horz" lIns="91440" tIns="45720" rIns="91440" bIns="45720" rtlCol="0" anchor="t">
            <a:normAutofit/>
          </a:bodyPr>
          <a:lstStyle>
            <a:lvl1pPr>
              <a:defRPr lang="en-US" sz="60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34E7AB67-A25E-F99D-7053-223A31AB4A91}"/>
              </a:ext>
            </a:extLst>
          </p:cNvPr>
          <p:cNvSpPr>
            <a:spLocks noGrp="1"/>
          </p:cNvSpPr>
          <p:nvPr>
            <p:ph type="ftr" sz="quarter" idx="11"/>
          </p:nvPr>
        </p:nvSpPr>
        <p:spPr/>
        <p:txBody>
          <a:bodyPr/>
          <a:lstStyle/>
          <a:p>
            <a:r>
              <a:rPr lang="en-US" dirty="0"/>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775958" y="1249958"/>
            <a:ext cx="7022846" cy="53629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44B773E1-C0C5-10BC-5283-0943095DF2D9}"/>
              </a:ext>
            </a:extLst>
          </p:cNvPr>
          <p:cNvSpPr>
            <a:spLocks noGrp="1"/>
          </p:cNvSpPr>
          <p:nvPr>
            <p:ph type="dt" sz="half" idx="10"/>
          </p:nvPr>
        </p:nvSpPr>
        <p:spPr>
          <a:xfrm>
            <a:off x="4775958" y="207982"/>
            <a:ext cx="1921315" cy="413360"/>
          </a:xfrm>
        </p:spPr>
        <p:txBody>
          <a:bodyPr/>
          <a:lstStyle/>
          <a:p>
            <a:fld id="{CBE35CD3-9190-4B1C-AA9F-C899B0873567}" type="datetime1">
              <a:rPr lang="en-US" smtClean="0"/>
              <a:t>10/23/2025</a:t>
            </a:fld>
            <a:endParaRPr lang="en-US"/>
          </a:p>
        </p:txBody>
      </p:sp>
      <p:sp>
        <p:nvSpPr>
          <p:cNvPr id="10" name="Slide Number Placeholder 9">
            <a:extLst>
              <a:ext uri="{FF2B5EF4-FFF2-40B4-BE49-F238E27FC236}">
                <a16:creationId xmlns:a16="http://schemas.microsoft.com/office/drawing/2014/main" id="{8E615B6D-D0FF-BC11-9C32-FDA7B7D08BA8}"/>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4336321" y="805343"/>
            <a:ext cx="0" cy="605265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3983914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obj" preserve="1">
  <p:cSld name="Content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683140"/>
            <a:ext cx="11452341" cy="66569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2" name="Footer Placeholder 11">
            <a:extLst>
              <a:ext uri="{FF2B5EF4-FFF2-40B4-BE49-F238E27FC236}">
                <a16:creationId xmlns:a16="http://schemas.microsoft.com/office/drawing/2014/main" id="{E3CC60A8-3DE8-B0E7-1EC5-2B337CF2BA7D}"/>
              </a:ext>
            </a:extLst>
          </p:cNvPr>
          <p:cNvSpPr>
            <a:spLocks noGrp="1"/>
          </p:cNvSpPr>
          <p:nvPr>
            <p:ph type="ftr" sz="quarter" idx="11"/>
          </p:nvPr>
        </p:nvSpPr>
        <p:spPr/>
        <p:txBody>
          <a:bodyPr/>
          <a:lstStyle/>
          <a:p>
            <a:r>
              <a:rPr lang="en-US" dirty="0"/>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8" y="1743311"/>
            <a:ext cx="11452342" cy="4916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E47EB01C-FB71-1416-6F69-B25D90D39C0F}"/>
              </a:ext>
            </a:extLst>
          </p:cNvPr>
          <p:cNvSpPr>
            <a:spLocks noGrp="1"/>
          </p:cNvSpPr>
          <p:nvPr>
            <p:ph type="dt" sz="half" idx="10"/>
          </p:nvPr>
        </p:nvSpPr>
        <p:spPr/>
        <p:txBody>
          <a:bodyPr/>
          <a:lstStyle/>
          <a:p>
            <a:fld id="{52A7ABF8-FBB9-4C71-BBD7-96C5E24AE291}" type="datetime1">
              <a:rPr lang="en-US" smtClean="0"/>
              <a:t>10/23/2025</a:t>
            </a:fld>
            <a:endParaRPr lang="en-US"/>
          </a:p>
        </p:txBody>
      </p:sp>
      <p:sp>
        <p:nvSpPr>
          <p:cNvPr id="13" name="Slide Number Placeholder 12">
            <a:extLst>
              <a:ext uri="{FF2B5EF4-FFF2-40B4-BE49-F238E27FC236}">
                <a16:creationId xmlns:a16="http://schemas.microsoft.com/office/drawing/2014/main" id="{8E842DA4-700F-A2D4-6AB8-0BAEDF3210BE}"/>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C5BF1F3F-87E2-1270-FB4D-FD251AD7E63C}"/>
              </a:ext>
            </a:extLst>
          </p:cNvPr>
          <p:cNvCxnSpPr>
            <a:cxnSpLocks/>
          </p:cNvCxnSpPr>
          <p:nvPr/>
        </p:nvCxnSpPr>
        <p:spPr>
          <a:xfrm>
            <a:off x="0" y="144282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673349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5330876" y="749808"/>
            <a:ext cx="6442024" cy="2039112"/>
          </a:xfrm>
        </p:spPr>
        <p:txBody>
          <a:bodyPr vert="horz" lIns="91440" tIns="45720" rIns="91440" bIns="45720" rtlCol="0" anchor="t">
            <a:normAutofit/>
          </a:bodyPr>
          <a:lstStyle>
            <a:lvl1pPr>
              <a:defRPr lang="en-US" sz="7200"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4910328" cy="6858000"/>
          </a:xfrm>
          <a:blipFill>
            <a:blip r:embed="rId2">
              <a:alphaModFix amt="8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5330875" y="213482"/>
            <a:ext cx="2962656"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9609227" y="210312"/>
            <a:ext cx="1679642" cy="411480"/>
          </a:xfrm>
        </p:spPr>
        <p:txBody>
          <a:bodyPr/>
          <a:lstStyle/>
          <a:p>
            <a:fld id="{491FA625-EDE8-4CCD-93F2-36B8EAED6AA1}" type="datetime1">
              <a:rPr lang="en-US" smtClean="0"/>
              <a:t>10/23/2025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30875" y="2944368"/>
            <a:ext cx="6442025" cy="35716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910328"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04531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49808"/>
            <a:ext cx="6499654" cy="2039112"/>
          </a:xfrm>
        </p:spPr>
        <p:txBody>
          <a:bodyPr vert="horz" lIns="91440" tIns="45720" rIns="91440" bIns="45720" rtlCol="0" anchor="t">
            <a:normAutofit/>
          </a:bodyPr>
          <a:lstStyle>
            <a:lvl1pPr>
              <a:defRPr lang="en-US" sz="7200"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1"/>
            <a:ext cx="2962656"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4364879" y="210311"/>
            <a:ext cx="1679642" cy="411480"/>
          </a:xfrm>
        </p:spPr>
        <p:txBody>
          <a:bodyPr/>
          <a:lstStyle/>
          <a:p>
            <a:fld id="{18520A44-1A63-4FB7-80E4-61FF907A138E}" type="datetime1">
              <a:rPr lang="en-US" smtClean="0"/>
              <a:t>10/23/2025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6147480" y="210312"/>
            <a:ext cx="546447" cy="413360"/>
          </a:xfrm>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8" y="2944368"/>
            <a:ext cx="6499657" cy="35822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7277621" y="0"/>
            <a:ext cx="4914379" cy="6858000"/>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7272857"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5712787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750308" y="612648"/>
            <a:ext cx="7022592" cy="1033272"/>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4342584" cy="6858000"/>
          </a:xfrm>
          <a:blipFill>
            <a:blip r:embed="rId2">
              <a:alphaModFix amt="80000"/>
            </a:blip>
            <a:stretch>
              <a:fillRect/>
            </a:stretch>
          </a:blipFill>
        </p:spPr>
        <p:txBody>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CD81791C-036D-058C-0055-96793694D657}"/>
              </a:ext>
            </a:extLst>
          </p:cNvPr>
          <p:cNvSpPr>
            <a:spLocks noGrp="1"/>
          </p:cNvSpPr>
          <p:nvPr>
            <p:ph type="ftr" sz="quarter" idx="15"/>
          </p:nvPr>
        </p:nvSpPr>
        <p:spPr>
          <a:xfrm>
            <a:off x="4750307" y="210312"/>
            <a:ext cx="3531437" cy="413360"/>
          </a:xfrm>
        </p:spPr>
        <p:txBody>
          <a:bodyPr/>
          <a:lstStyle/>
          <a:p>
            <a:r>
              <a:rPr lang="en-US" dirty="0"/>
              <a:t>Footer Text</a:t>
            </a:r>
          </a:p>
        </p:txBody>
      </p:sp>
      <p:sp>
        <p:nvSpPr>
          <p:cNvPr id="7" name="Date Placeholder 6">
            <a:extLst>
              <a:ext uri="{FF2B5EF4-FFF2-40B4-BE49-F238E27FC236}">
                <a16:creationId xmlns:a16="http://schemas.microsoft.com/office/drawing/2014/main" id="{E2A8DE5B-9C41-DE5B-BF91-98510120DCFE}"/>
              </a:ext>
            </a:extLst>
          </p:cNvPr>
          <p:cNvSpPr>
            <a:spLocks noGrp="1"/>
          </p:cNvSpPr>
          <p:nvPr>
            <p:ph type="dt" sz="half" idx="14"/>
          </p:nvPr>
        </p:nvSpPr>
        <p:spPr>
          <a:xfrm>
            <a:off x="9582299" y="210312"/>
            <a:ext cx="1679642" cy="413360"/>
          </a:xfrm>
        </p:spPr>
        <p:txBody>
          <a:bodyPr/>
          <a:lstStyle/>
          <a:p>
            <a:fld id="{5824A7B9-17B9-4425-9158-739F678A55EB}" type="datetime1">
              <a:rPr lang="en-US" smtClean="0"/>
              <a:t>10/23/2025</a:t>
            </a:fld>
            <a:endParaRPr lang="en-US" dirty="0"/>
          </a:p>
        </p:txBody>
      </p:sp>
      <p:sp>
        <p:nvSpPr>
          <p:cNvPr id="11" name="Slide Number Placeholder 10">
            <a:extLst>
              <a:ext uri="{FF2B5EF4-FFF2-40B4-BE49-F238E27FC236}">
                <a16:creationId xmlns:a16="http://schemas.microsoft.com/office/drawing/2014/main" id="{0E0FD979-F905-C567-8E21-A3EDCE179803}"/>
              </a:ext>
            </a:extLst>
          </p:cNvPr>
          <p:cNvSpPr>
            <a:spLocks noGrp="1"/>
          </p:cNvSpPr>
          <p:nvPr>
            <p:ph type="sldNum" sz="quarter" idx="16"/>
          </p:nvPr>
        </p:nvSpPr>
        <p:spPr/>
        <p:txBody>
          <a:bodyPr/>
          <a:lstStyle/>
          <a:p>
            <a:fld id="{753D0FD4-819D-4187-8797-C35567B41C78}" type="slidenum">
              <a:rPr lang="en-US" smtClean="0"/>
              <a:t>‹#›</a:t>
            </a:fld>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750307" y="1746503"/>
            <a:ext cx="7022592" cy="48066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345760"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971645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612648"/>
            <a:ext cx="7015483" cy="1033272"/>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Footer Placeholder 10">
            <a:extLst>
              <a:ext uri="{FF2B5EF4-FFF2-40B4-BE49-F238E27FC236}">
                <a16:creationId xmlns:a16="http://schemas.microsoft.com/office/drawing/2014/main" id="{BB59EF2B-7C7F-BA27-16C2-C56B21D3774C}"/>
              </a:ext>
            </a:extLst>
          </p:cNvPr>
          <p:cNvSpPr>
            <a:spLocks noGrp="1"/>
          </p:cNvSpPr>
          <p:nvPr>
            <p:ph type="ftr" sz="quarter" idx="15"/>
          </p:nvPr>
        </p:nvSpPr>
        <p:spPr/>
        <p:txBody>
          <a:bodyPr/>
          <a:lstStyle/>
          <a:p>
            <a:r>
              <a:rPr lang="en-US" dirty="0"/>
              <a:t>Footer Text</a:t>
            </a:r>
          </a:p>
        </p:txBody>
      </p:sp>
      <p:sp>
        <p:nvSpPr>
          <p:cNvPr id="9" name="Date Placeholder 8">
            <a:extLst>
              <a:ext uri="{FF2B5EF4-FFF2-40B4-BE49-F238E27FC236}">
                <a16:creationId xmlns:a16="http://schemas.microsoft.com/office/drawing/2014/main" id="{2A99D216-CE5A-6458-A23E-BE0E554AC3D1}"/>
              </a:ext>
            </a:extLst>
          </p:cNvPr>
          <p:cNvSpPr>
            <a:spLocks noGrp="1"/>
          </p:cNvSpPr>
          <p:nvPr>
            <p:ph type="dt" sz="half" idx="14"/>
          </p:nvPr>
        </p:nvSpPr>
        <p:spPr>
          <a:xfrm>
            <a:off x="5224951" y="207982"/>
            <a:ext cx="1682496" cy="413360"/>
          </a:xfrm>
        </p:spPr>
        <p:txBody>
          <a:bodyPr/>
          <a:lstStyle/>
          <a:p>
            <a:fld id="{28E8FF4C-7F6A-4962-9270-F797B8959287}" type="datetime1">
              <a:rPr lang="en-US" smtClean="0"/>
              <a:t>10/23/2025</a:t>
            </a:fld>
            <a:endParaRPr lang="en-US"/>
          </a:p>
        </p:txBody>
      </p:sp>
      <p:sp>
        <p:nvSpPr>
          <p:cNvPr id="12" name="Slide Number Placeholder 11">
            <a:extLst>
              <a:ext uri="{FF2B5EF4-FFF2-40B4-BE49-F238E27FC236}">
                <a16:creationId xmlns:a16="http://schemas.microsoft.com/office/drawing/2014/main" id="{3220FA64-3C9A-EBCF-5C28-E7DED40C97DC}"/>
              </a:ext>
            </a:extLst>
          </p:cNvPr>
          <p:cNvSpPr>
            <a:spLocks noGrp="1"/>
          </p:cNvSpPr>
          <p:nvPr>
            <p:ph type="sldNum" sz="quarter" idx="16"/>
          </p:nvPr>
        </p:nvSpPr>
        <p:spPr>
          <a:xfrm>
            <a:off x="6789594" y="207982"/>
            <a:ext cx="546447" cy="413360"/>
          </a:xfrm>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1746504"/>
            <a:ext cx="7018271" cy="4806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7773592" y="0"/>
            <a:ext cx="4417215" cy="6858000"/>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7768833"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4427276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60" y="749808"/>
            <a:ext cx="4163674" cy="2039112"/>
          </a:xfrm>
        </p:spPr>
        <p:txBody>
          <a:bodyPr vert="horz" lIns="91440" tIns="45720" rIns="91440" bIns="45720" rtlCol="0" anchor="t">
            <a:normAutofit/>
          </a:bodyPr>
          <a:lstStyle>
            <a:lvl1pPr>
              <a:defRPr lang="en-US" sz="7200"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752056"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073675" y="210312"/>
            <a:ext cx="1058111" cy="411480"/>
          </a:xfrm>
        </p:spPr>
        <p:txBody>
          <a:bodyPr/>
          <a:lstStyle/>
          <a:p>
            <a:fld id="{A2955807-6726-42C9-B7D5-F5CAD1E31DC0}" type="datetime1">
              <a:rPr lang="en-US" smtClean="0"/>
              <a:t>10/23/2025</a:t>
            </a:fld>
            <a:endParaRPr lang="en-US" dirty="0"/>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4054543" y="210312"/>
            <a:ext cx="440969" cy="413360"/>
          </a:xfrm>
        </p:spPr>
        <p:txBody>
          <a:bodyPr/>
          <a:lstStyle/>
          <a:p>
            <a:fld id="{753D0FD4-819D-4187-8797-C35567B41C78}" type="slidenum">
              <a:rPr lang="en-US" smtClean="0"/>
              <a:t>‹#›</a:t>
            </a:fld>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61" y="2944368"/>
            <a:ext cx="4163674" cy="35822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4912658" y="0"/>
            <a:ext cx="7279341" cy="6858000"/>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908810"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2938968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17773" y="749808"/>
            <a:ext cx="5778227" cy="103327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969163" y="210312"/>
            <a:ext cx="1679642" cy="411480"/>
          </a:xfrm>
        </p:spPr>
        <p:txBody>
          <a:bodyPr/>
          <a:lstStyle/>
          <a:p>
            <a:fld id="{064F86E1-145A-4683-AD05-97E7E41B4995}" type="datetime1">
              <a:rPr lang="en-US" smtClean="0"/>
              <a:t>10/23/2025</a:t>
            </a:fld>
            <a:endParaRPr lang="en-US" dirty="0"/>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5614093" y="210312"/>
            <a:ext cx="546447" cy="413360"/>
          </a:xfrm>
        </p:spPr>
        <p:txBody>
          <a:bodyPr/>
          <a:lstStyle/>
          <a:p>
            <a:fld id="{753D0FD4-819D-4187-8797-C35567B41C78}" type="slidenum">
              <a:rPr lang="en-US" smtClean="0"/>
              <a:t>‹#›</a:t>
            </a:fld>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1993391"/>
            <a:ext cx="5778227" cy="455980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6575416" y="0"/>
            <a:ext cx="5616584" cy="6858000"/>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AF4034EB-F498-D527-195A-D17B85027774}"/>
              </a:ext>
            </a:extLst>
          </p:cNvPr>
          <p:cNvCxnSpPr>
            <a:cxnSpLocks/>
          </p:cNvCxnSpPr>
          <p:nvPr/>
        </p:nvCxnSpPr>
        <p:spPr>
          <a:xfrm>
            <a:off x="6570629" y="0"/>
            <a:ext cx="0" cy="6857999"/>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7525403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670308" y="853949"/>
            <a:ext cx="4102574" cy="1516070"/>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1" y="0"/>
            <a:ext cx="7285976" cy="6858000"/>
          </a:xfrm>
          <a:blipFill>
            <a:blip r:embed="rId2">
              <a:alphaModFix amt="8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7670308" y="213482"/>
            <a:ext cx="2129674"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9930367" y="210312"/>
            <a:ext cx="1216834" cy="411480"/>
          </a:xfrm>
        </p:spPr>
        <p:txBody>
          <a:bodyPr/>
          <a:lstStyle/>
          <a:p>
            <a:fld id="{3E021DF1-F92E-444A-9AEF-304BD60FF6DA}" type="datetime1">
              <a:rPr lang="en-US" smtClean="0"/>
              <a:t>10/23/2025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26453" y="210312"/>
            <a:ext cx="679998" cy="413360"/>
          </a:xfrm>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670308" y="2578607"/>
            <a:ext cx="4102585" cy="39502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Straight Connector 14">
            <a:extLst>
              <a:ext uri="{FF2B5EF4-FFF2-40B4-BE49-F238E27FC236}">
                <a16:creationId xmlns:a16="http://schemas.microsoft.com/office/drawing/2014/main" id="{19E9D652-D7DE-25C0-FCD7-3031AEEB0C6C}"/>
              </a:ext>
            </a:extLst>
          </p:cNvPr>
          <p:cNvCxnSpPr>
            <a:cxnSpLocks/>
          </p:cNvCxnSpPr>
          <p:nvPr/>
        </p:nvCxnSpPr>
        <p:spPr>
          <a:xfrm>
            <a:off x="7291894"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6471838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749808"/>
            <a:ext cx="4123680" cy="1517904"/>
          </a:xfrm>
        </p:spPr>
        <p:txBody>
          <a:bodyPr vert="horz" lIns="91440" tIns="45720" rIns="91440" bIns="45720" rtlCol="0" anchor="t">
            <a:normAutofit/>
          </a:bodyPr>
          <a:lstStyle>
            <a:lvl1pPr>
              <a:defRPr lang="en-US" sz="4000"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3" y="210312"/>
            <a:ext cx="2260057"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029329" y="210312"/>
            <a:ext cx="1058111" cy="411480"/>
          </a:xfrm>
        </p:spPr>
        <p:txBody>
          <a:bodyPr/>
          <a:lstStyle/>
          <a:p>
            <a:fld id="{96B14CE5-CB23-4F24-AF40-FFA10F25B799}" type="datetime1">
              <a:rPr lang="en-US" smtClean="0"/>
              <a:t>10/23/2025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4010197" y="210312"/>
            <a:ext cx="440969" cy="413360"/>
          </a:xfrm>
        </p:spPr>
        <p:txBody>
          <a:bodyPr/>
          <a:lstStyle/>
          <a:p>
            <a:fld id="{753D0FD4-819D-4187-8797-C35567B41C78}" type="slidenum">
              <a:rPr lang="en-US" smtClean="0"/>
              <a:t>‹#›</a:t>
            </a:fld>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9704" y="2578609"/>
            <a:ext cx="4130606" cy="37124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4912658" y="0"/>
            <a:ext cx="7279341" cy="6858000"/>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907963"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238668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49808"/>
            <a:ext cx="11514755" cy="960120"/>
          </a:xfrm>
        </p:spPr>
        <p:txBody>
          <a:bodyPr vert="horz" lIns="91440" tIns="45720" rIns="91440" bIns="45720" rtlCol="0" anchor="t">
            <a:normAutofit/>
          </a:bodyPr>
          <a:lstStyle>
            <a:lvl1pPr>
              <a:defRPr lang="en-US" sz="72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F8890DBE-0DD3-8504-F95F-4225535FB1B9}"/>
              </a:ext>
            </a:extLst>
          </p:cNvPr>
          <p:cNvSpPr>
            <a:spLocks noGrp="1"/>
          </p:cNvSpPr>
          <p:nvPr>
            <p:ph type="ftr" sz="quarter" idx="15"/>
          </p:nvPr>
        </p:nvSpPr>
        <p:spPr/>
        <p:txBody>
          <a:bodyPr/>
          <a:lstStyle/>
          <a:p>
            <a:r>
              <a:rPr lang="en-US" dirty="0"/>
              <a:t>Footer Text</a:t>
            </a:r>
          </a:p>
        </p:txBody>
      </p:sp>
      <p:sp>
        <p:nvSpPr>
          <p:cNvPr id="7" name="Date Placeholder 6">
            <a:extLst>
              <a:ext uri="{FF2B5EF4-FFF2-40B4-BE49-F238E27FC236}">
                <a16:creationId xmlns:a16="http://schemas.microsoft.com/office/drawing/2014/main" id="{734BB28A-95D9-4CE6-DA59-520BA3C61CDB}"/>
              </a:ext>
            </a:extLst>
          </p:cNvPr>
          <p:cNvSpPr>
            <a:spLocks noGrp="1"/>
          </p:cNvSpPr>
          <p:nvPr>
            <p:ph type="dt" sz="half" idx="14"/>
          </p:nvPr>
        </p:nvSpPr>
        <p:spPr/>
        <p:txBody>
          <a:bodyPr/>
          <a:lstStyle/>
          <a:p>
            <a:fld id="{C939A3FF-4925-4C53-B6D9-F2B1807D4179}" type="datetime1">
              <a:rPr lang="en-US" smtClean="0"/>
              <a:t>10/23/2025</a:t>
            </a:fld>
            <a:endParaRPr lang="en-US"/>
          </a:p>
        </p:txBody>
      </p:sp>
      <p:sp>
        <p:nvSpPr>
          <p:cNvPr id="12" name="Slide Number Placeholder 11">
            <a:extLst>
              <a:ext uri="{FF2B5EF4-FFF2-40B4-BE49-F238E27FC236}">
                <a16:creationId xmlns:a16="http://schemas.microsoft.com/office/drawing/2014/main" id="{E1FA0A0C-CE55-CB7D-174D-D77937630A9D}"/>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2180556"/>
            <a:ext cx="5012355" cy="428425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5822674" y="1834524"/>
            <a:ext cx="6378722" cy="5023476"/>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6C753443-12E2-4CD3-2C6F-4E20536BA82B}"/>
              </a:ext>
            </a:extLst>
          </p:cNvPr>
          <p:cNvCxnSpPr>
            <a:cxnSpLocks/>
          </p:cNvCxnSpPr>
          <p:nvPr/>
        </p:nvCxnSpPr>
        <p:spPr>
          <a:xfrm>
            <a:off x="5816454" y="1827254"/>
            <a:ext cx="0" cy="504063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89B4AF9B-8CF3-D7A8-CDB9-8E513FFF57EC}"/>
              </a:ext>
            </a:extLst>
          </p:cNvPr>
          <p:cNvCxnSpPr>
            <a:cxnSpLocks/>
          </p:cNvCxnSpPr>
          <p:nvPr/>
        </p:nvCxnSpPr>
        <p:spPr>
          <a:xfrm>
            <a:off x="0" y="1827254"/>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8539090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49808"/>
            <a:ext cx="11514753" cy="960120"/>
          </a:xfrm>
        </p:spPr>
        <p:txBody>
          <a:bodyPr vert="horz" lIns="91440" tIns="45720" rIns="91440" bIns="45720" rtlCol="0" anchor="t">
            <a:normAutofit/>
          </a:bodyPr>
          <a:lstStyle>
            <a:lvl1pPr>
              <a:defRPr lang="en-US" sz="72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58B12C2E-FD87-6FEB-F35D-ABCDF00C8DFA}"/>
              </a:ext>
            </a:extLst>
          </p:cNvPr>
          <p:cNvSpPr>
            <a:spLocks noGrp="1"/>
          </p:cNvSpPr>
          <p:nvPr>
            <p:ph type="ftr" sz="quarter" idx="15"/>
          </p:nvPr>
        </p:nvSpPr>
        <p:spPr/>
        <p:txBody>
          <a:bodyPr/>
          <a:lstStyle/>
          <a:p>
            <a:r>
              <a:rPr lang="en-US" dirty="0"/>
              <a:t>Footer Text</a:t>
            </a:r>
          </a:p>
        </p:txBody>
      </p:sp>
      <p:sp>
        <p:nvSpPr>
          <p:cNvPr id="7" name="Date Placeholder 6">
            <a:extLst>
              <a:ext uri="{FF2B5EF4-FFF2-40B4-BE49-F238E27FC236}">
                <a16:creationId xmlns:a16="http://schemas.microsoft.com/office/drawing/2014/main" id="{85656A87-5539-46DA-CF5D-F2506ECA3F8D}"/>
              </a:ext>
            </a:extLst>
          </p:cNvPr>
          <p:cNvSpPr>
            <a:spLocks noGrp="1"/>
          </p:cNvSpPr>
          <p:nvPr>
            <p:ph type="dt" sz="half" idx="14"/>
          </p:nvPr>
        </p:nvSpPr>
        <p:spPr/>
        <p:txBody>
          <a:bodyPr/>
          <a:lstStyle/>
          <a:p>
            <a:fld id="{C3A045AE-50EB-46C6-B8D1-C8DF92FBD24F}" type="datetime1">
              <a:rPr lang="en-US" smtClean="0"/>
              <a:t>10/23/2025</a:t>
            </a:fld>
            <a:endParaRPr lang="en-US"/>
          </a:p>
        </p:txBody>
      </p:sp>
      <p:sp>
        <p:nvSpPr>
          <p:cNvPr id="12" name="Slide Number Placeholder 11">
            <a:extLst>
              <a:ext uri="{FF2B5EF4-FFF2-40B4-BE49-F238E27FC236}">
                <a16:creationId xmlns:a16="http://schemas.microsoft.com/office/drawing/2014/main" id="{01AB7173-DF2F-B8EA-F83D-4C7263C765EB}"/>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1834525"/>
            <a:ext cx="4905942" cy="5023476"/>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32911" y="2180556"/>
            <a:ext cx="6435936" cy="430476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a:extLst>
              <a:ext uri="{FF2B5EF4-FFF2-40B4-BE49-F238E27FC236}">
                <a16:creationId xmlns:a16="http://schemas.microsoft.com/office/drawing/2014/main" id="{6C753443-12E2-4CD3-2C6F-4E20536BA82B}"/>
              </a:ext>
            </a:extLst>
          </p:cNvPr>
          <p:cNvCxnSpPr>
            <a:cxnSpLocks/>
          </p:cNvCxnSpPr>
          <p:nvPr/>
        </p:nvCxnSpPr>
        <p:spPr>
          <a:xfrm>
            <a:off x="4914379" y="1827254"/>
            <a:ext cx="0" cy="504063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89B4AF9B-8CF3-D7A8-CDB9-8E513FFF57EC}"/>
              </a:ext>
            </a:extLst>
          </p:cNvPr>
          <p:cNvCxnSpPr>
            <a:cxnSpLocks/>
          </p:cNvCxnSpPr>
          <p:nvPr/>
        </p:nvCxnSpPr>
        <p:spPr>
          <a:xfrm>
            <a:off x="0" y="1827254"/>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7005051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49808"/>
            <a:ext cx="11514757" cy="960120"/>
          </a:xfrm>
        </p:spPr>
        <p:txBody>
          <a:bodyPr vert="horz" lIns="91440" tIns="45720" rIns="91440" bIns="45720" rtlCol="0" anchor="t">
            <a:normAutofit/>
          </a:bodyPr>
          <a:lstStyle>
            <a:lvl1pPr>
              <a:defRPr lang="en-US" sz="72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BBEAB049-8AFC-5262-0ECB-2E9CDA2066B9}"/>
              </a:ext>
            </a:extLst>
          </p:cNvPr>
          <p:cNvSpPr>
            <a:spLocks noGrp="1"/>
          </p:cNvSpPr>
          <p:nvPr>
            <p:ph type="ftr" sz="quarter" idx="15"/>
          </p:nvPr>
        </p:nvSpPr>
        <p:spPr/>
        <p:txBody>
          <a:bodyPr/>
          <a:lstStyle/>
          <a:p>
            <a:r>
              <a:rPr lang="en-US" dirty="0"/>
              <a:t>Footer Text</a:t>
            </a:r>
          </a:p>
        </p:txBody>
      </p:sp>
      <p:sp>
        <p:nvSpPr>
          <p:cNvPr id="7" name="Date Placeholder 6">
            <a:extLst>
              <a:ext uri="{FF2B5EF4-FFF2-40B4-BE49-F238E27FC236}">
                <a16:creationId xmlns:a16="http://schemas.microsoft.com/office/drawing/2014/main" id="{6E26863A-85CF-52FA-E2B2-AF70382C6922}"/>
              </a:ext>
            </a:extLst>
          </p:cNvPr>
          <p:cNvSpPr>
            <a:spLocks noGrp="1"/>
          </p:cNvSpPr>
          <p:nvPr>
            <p:ph type="dt" sz="half" idx="14"/>
          </p:nvPr>
        </p:nvSpPr>
        <p:spPr/>
        <p:txBody>
          <a:bodyPr/>
          <a:lstStyle/>
          <a:p>
            <a:fld id="{E1987558-2E71-415A-A90B-E63D7A0329F1}" type="datetime1">
              <a:rPr lang="en-US" smtClean="0"/>
              <a:t>10/23/2025</a:t>
            </a:fld>
            <a:endParaRPr lang="en-US"/>
          </a:p>
        </p:txBody>
      </p:sp>
      <p:sp>
        <p:nvSpPr>
          <p:cNvPr id="12" name="Slide Number Placeholder 11">
            <a:extLst>
              <a:ext uri="{FF2B5EF4-FFF2-40B4-BE49-F238E27FC236}">
                <a16:creationId xmlns:a16="http://schemas.microsoft.com/office/drawing/2014/main" id="{1DF7822C-4885-9FA2-F9E5-E0B61BDDB416}"/>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2180556"/>
            <a:ext cx="6419605" cy="437535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7286058" y="1834525"/>
            <a:ext cx="4905942" cy="5023476"/>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6C753443-12E2-4CD3-2C6F-4E20536BA82B}"/>
              </a:ext>
            </a:extLst>
          </p:cNvPr>
          <p:cNvCxnSpPr>
            <a:cxnSpLocks/>
          </p:cNvCxnSpPr>
          <p:nvPr/>
        </p:nvCxnSpPr>
        <p:spPr>
          <a:xfrm>
            <a:off x="7286058" y="1827254"/>
            <a:ext cx="0" cy="504063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89B4AF9B-8CF3-D7A8-CDB9-8E513FFF57EC}"/>
              </a:ext>
            </a:extLst>
          </p:cNvPr>
          <p:cNvCxnSpPr>
            <a:cxnSpLocks/>
          </p:cNvCxnSpPr>
          <p:nvPr/>
        </p:nvCxnSpPr>
        <p:spPr>
          <a:xfrm>
            <a:off x="0" y="1827254"/>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2262216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5166364"/>
            <a:ext cx="3656530" cy="1223420"/>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12198096" cy="4837176"/>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699121" y="5166364"/>
            <a:ext cx="7073776" cy="1223420"/>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437376"/>
            <a:ext cx="2962656" cy="365125"/>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4699121" y="6437193"/>
            <a:ext cx="4549413" cy="365125"/>
          </a:xfrm>
        </p:spPr>
        <p:txBody>
          <a:bodyPr/>
          <a:lstStyle/>
          <a:p>
            <a:fld id="{220747AD-BB60-464B-B16B-6CC7DCEAA31E}" type="datetime1">
              <a:rPr lang="en-US" smtClean="0"/>
              <a:t>10/23/2025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437376"/>
            <a:ext cx="546447" cy="413360"/>
          </a:xfrm>
        </p:spPr>
        <p:txBody>
          <a:body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5DF9F6E2-159F-CDF3-F2D3-AB7A7E505C0B}"/>
              </a:ext>
            </a:extLst>
          </p:cNvPr>
          <p:cNvCxnSpPr>
            <a:cxnSpLocks/>
          </p:cNvCxnSpPr>
          <p:nvPr/>
        </p:nvCxnSpPr>
        <p:spPr>
          <a:xfrm>
            <a:off x="4283425" y="4837176"/>
            <a:ext cx="0" cy="2020824"/>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FD4F9120-94C1-CA43-BF4E-9411F4866A20}"/>
              </a:ext>
            </a:extLst>
          </p:cNvPr>
          <p:cNvCxnSpPr>
            <a:cxnSpLocks/>
          </p:cNvCxnSpPr>
          <p:nvPr/>
        </p:nvCxnSpPr>
        <p:spPr>
          <a:xfrm>
            <a:off x="-1250" y="4842106"/>
            <a:ext cx="1219325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4071861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4364336"/>
            <a:ext cx="3593592" cy="164772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12198096" cy="3985863"/>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699120" y="4321099"/>
            <a:ext cx="7136195" cy="2067424"/>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437375"/>
            <a:ext cx="2962656" cy="36576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4699120" y="6437375"/>
            <a:ext cx="4549414" cy="365760"/>
          </a:xfrm>
        </p:spPr>
        <p:txBody>
          <a:bodyPr/>
          <a:lstStyle/>
          <a:p>
            <a:fld id="{9215AEAD-579C-4AC1-88F0-8AB8BCFD43FD}" type="datetime1">
              <a:rPr lang="en-US" smtClean="0"/>
              <a:t>10/23/2025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437376"/>
            <a:ext cx="546447" cy="365760"/>
          </a:xfrm>
        </p:spPr>
        <p:txBody>
          <a:body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5DF9F6E2-159F-CDF3-F2D3-AB7A7E505C0B}"/>
              </a:ext>
            </a:extLst>
          </p:cNvPr>
          <p:cNvCxnSpPr>
            <a:cxnSpLocks/>
          </p:cNvCxnSpPr>
          <p:nvPr/>
        </p:nvCxnSpPr>
        <p:spPr>
          <a:xfrm>
            <a:off x="4283425" y="3985863"/>
            <a:ext cx="0" cy="287213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FD4F9120-94C1-CA43-BF4E-9411F4866A20}"/>
              </a:ext>
            </a:extLst>
          </p:cNvPr>
          <p:cNvCxnSpPr>
            <a:cxnSpLocks/>
          </p:cNvCxnSpPr>
          <p:nvPr/>
        </p:nvCxnSpPr>
        <p:spPr>
          <a:xfrm>
            <a:off x="-1250" y="3985863"/>
            <a:ext cx="1219325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7716046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749808"/>
            <a:ext cx="3593592" cy="1642125"/>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4699121" y="210311"/>
            <a:ext cx="4549413" cy="411480"/>
          </a:xfrm>
        </p:spPr>
        <p:txBody>
          <a:bodyPr/>
          <a:lstStyle/>
          <a:p>
            <a:fld id="{6F2DDD3F-C716-416F-92A0-B3CC5AC8AFF6}" type="datetime1">
              <a:rPr lang="en-US" smtClean="0"/>
              <a:t>10/23/2025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699121" y="717941"/>
            <a:ext cx="7073776" cy="2066544"/>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3048520"/>
            <a:ext cx="12198096" cy="3809480"/>
          </a:xfrm>
          <a:blipFill>
            <a:blip r:embed="rId2">
              <a:alphaModFix amt="80000"/>
            </a:blip>
            <a:stretch>
              <a:fillRect/>
            </a:stretch>
          </a:blipFill>
        </p:spPr>
        <p:txBody>
          <a:bodyPr/>
          <a:lstStyle>
            <a:lvl1pPr marL="0" indent="0">
              <a:buNone/>
              <a:defRPr/>
            </a:lvl1pPr>
          </a:lstStyle>
          <a:p>
            <a:r>
              <a:rPr lang="en-US" dirty="0"/>
              <a:t> </a:t>
            </a:r>
          </a:p>
        </p:txBody>
      </p:sp>
      <p:cxnSp>
        <p:nvCxnSpPr>
          <p:cNvPr id="9" name="Straight Connector 8">
            <a:extLst>
              <a:ext uri="{FF2B5EF4-FFF2-40B4-BE49-F238E27FC236}">
                <a16:creationId xmlns:a16="http://schemas.microsoft.com/office/drawing/2014/main" id="{5DF9F6E2-159F-CDF3-F2D3-AB7A7E505C0B}"/>
              </a:ext>
            </a:extLst>
          </p:cNvPr>
          <p:cNvCxnSpPr>
            <a:cxnSpLocks/>
          </p:cNvCxnSpPr>
          <p:nvPr/>
        </p:nvCxnSpPr>
        <p:spPr>
          <a:xfrm>
            <a:off x="4283425" y="0"/>
            <a:ext cx="0" cy="3045465"/>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FD4F9120-94C1-CA43-BF4E-9411F4866A20}"/>
              </a:ext>
            </a:extLst>
          </p:cNvPr>
          <p:cNvCxnSpPr>
            <a:cxnSpLocks/>
          </p:cNvCxnSpPr>
          <p:nvPr/>
        </p:nvCxnSpPr>
        <p:spPr>
          <a:xfrm>
            <a:off x="-1250" y="3045465"/>
            <a:ext cx="1219325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2261221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Content with Picture 15">
    <p:spTree>
      <p:nvGrpSpPr>
        <p:cNvPr id="1" name=""/>
        <p:cNvGrpSpPr/>
        <p:nvPr/>
      </p:nvGrpSpPr>
      <p:grpSpPr>
        <a:xfrm>
          <a:off x="0" y="0"/>
          <a:ext cx="0" cy="0"/>
          <a:chOff x="0" y="0"/>
          <a:chExt cx="0" cy="0"/>
        </a:xfrm>
      </p:grpSpPr>
      <p:sp>
        <p:nvSpPr>
          <p:cNvPr id="8" name="Picture Placeholder 9">
            <a:extLst>
              <a:ext uri="{FF2B5EF4-FFF2-40B4-BE49-F238E27FC236}">
                <a16:creationId xmlns:a16="http://schemas.microsoft.com/office/drawing/2014/main" id="{4392B674-7AB8-8272-87B1-5B7038F7CB85}"/>
              </a:ext>
            </a:extLst>
          </p:cNvPr>
          <p:cNvSpPr>
            <a:spLocks noGrp="1"/>
          </p:cNvSpPr>
          <p:nvPr>
            <p:ph type="pic" sz="quarter" idx="13" hasCustomPrompt="1"/>
          </p:nvPr>
        </p:nvSpPr>
        <p:spPr>
          <a:xfrm>
            <a:off x="0" y="0"/>
            <a:ext cx="12191996" cy="6858000"/>
          </a:xfrm>
          <a:custGeom>
            <a:avLst/>
            <a:gdLst>
              <a:gd name="connsiteX0" fmla="*/ 795631 w 12191996"/>
              <a:gd name="connsiteY0" fmla="*/ 789997 h 6858000"/>
              <a:gd name="connsiteX1" fmla="*/ 795631 w 12191996"/>
              <a:gd name="connsiteY1" fmla="*/ 6068003 h 6858000"/>
              <a:gd name="connsiteX2" fmla="*/ 4649508 w 12191996"/>
              <a:gd name="connsiteY2" fmla="*/ 6068003 h 6858000"/>
              <a:gd name="connsiteX3" fmla="*/ 4649508 w 12191996"/>
              <a:gd name="connsiteY3" fmla="*/ 789997 h 6858000"/>
              <a:gd name="connsiteX4" fmla="*/ 0 w 12191996"/>
              <a:gd name="connsiteY4" fmla="*/ 0 h 6858000"/>
              <a:gd name="connsiteX5" fmla="*/ 12191996 w 12191996"/>
              <a:gd name="connsiteY5" fmla="*/ 0 h 6858000"/>
              <a:gd name="connsiteX6" fmla="*/ 12191996 w 12191996"/>
              <a:gd name="connsiteY6" fmla="*/ 6858000 h 6858000"/>
              <a:gd name="connsiteX7" fmla="*/ 0 w 12191996"/>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6" h="6858000">
                <a:moveTo>
                  <a:pt x="795631" y="789997"/>
                </a:moveTo>
                <a:lnTo>
                  <a:pt x="795631" y="6068003"/>
                </a:lnTo>
                <a:lnTo>
                  <a:pt x="4649508" y="6068003"/>
                </a:lnTo>
                <a:lnTo>
                  <a:pt x="4649508" y="789997"/>
                </a:lnTo>
                <a:close/>
                <a:moveTo>
                  <a:pt x="0" y="0"/>
                </a:moveTo>
                <a:lnTo>
                  <a:pt x="12191996" y="0"/>
                </a:lnTo>
                <a:lnTo>
                  <a:pt x="12191996" y="6858000"/>
                </a:lnTo>
                <a:lnTo>
                  <a:pt x="0" y="6858000"/>
                </a:lnTo>
                <a:close/>
              </a:path>
            </a:pathLst>
          </a:custGeom>
          <a:blipFill>
            <a:blip r:embed="rId2">
              <a:alphaModFix amt="80000"/>
            </a:blip>
            <a:stretch>
              <a:fillRect/>
            </a:stretch>
          </a:blipFill>
        </p:spPr>
        <p:txBody>
          <a:bodyPr wrap="square">
            <a:noAutofit/>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95631" y="789997"/>
            <a:ext cx="3853877" cy="5280546"/>
          </a:xfrm>
          <a:solidFill>
            <a:schemeClr val="bg2"/>
          </a:solidFill>
          <a:ln>
            <a:solidFill>
              <a:schemeClr val="tx2"/>
            </a:solidFill>
          </a:ln>
        </p:spPr>
        <p:txBody>
          <a:bodyPr vert="horz" lIns="45720" tIns="320040" rIns="91440" bIns="3840480" rtlCol="0" anchor="t">
            <a:normAutofit/>
          </a:bodyPr>
          <a:lstStyle>
            <a:lvl1pPr marL="182880">
              <a:defRPr lang="en-US"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688899" cy="411480"/>
          </a:xfrm>
        </p:spPr>
        <p:txBody>
          <a:bodyPr/>
          <a:lstStyle>
            <a:lvl1pPr>
              <a:defRPr>
                <a:solidFill>
                  <a:srgbClr val="FFFFFF"/>
                </a:solidFill>
                <a:effectLst>
                  <a:outerShdw blurRad="38100" dist="38100" dir="2700000" algn="tl">
                    <a:srgbClr val="000000">
                      <a:alpha val="43137"/>
                    </a:srgbClr>
                  </a:outerShdw>
                </a:effectLst>
              </a:defRPr>
            </a:lvl1p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129520" y="210312"/>
            <a:ext cx="1060704" cy="411480"/>
          </a:xfrm>
        </p:spPr>
        <p:txBody>
          <a:bodyPr/>
          <a:lstStyle>
            <a:lvl1pPr>
              <a:defRPr>
                <a:solidFill>
                  <a:srgbClr val="FFFFFF"/>
                </a:solidFill>
                <a:effectLst>
                  <a:outerShdw blurRad="38100" dist="38100" dir="2700000" algn="tl">
                    <a:srgbClr val="000000">
                      <a:alpha val="43137"/>
                    </a:srgbClr>
                  </a:outerShdw>
                </a:effectLst>
              </a:defRPr>
            </a:lvl1pPr>
          </a:lstStyle>
          <a:p>
            <a:fld id="{A1EA33C4-6E91-4A95-864E-A6A838FBE588}" type="datetime1">
              <a:rPr lang="en-US" smtClean="0"/>
              <a:t>10/23/2025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4103061" y="210312"/>
            <a:ext cx="546447" cy="413360"/>
          </a:xfrm>
        </p:spPr>
        <p:txBody>
          <a:bodyPr/>
          <a:lstStyle>
            <a:lvl1pPr>
              <a:defRPr>
                <a:solidFill>
                  <a:srgbClr val="FFFFFF"/>
                </a:solidFill>
                <a:effectLst>
                  <a:outerShdw blurRad="38100" dist="38100" dir="2700000" algn="tl">
                    <a:srgbClr val="000000">
                      <a:alpha val="43137"/>
                    </a:srgbClr>
                  </a:outerShdw>
                </a:effectLst>
              </a:defRPr>
            </a:lvl1p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1051559" y="2356793"/>
            <a:ext cx="3364992" cy="3467535"/>
          </a:xfrm>
          <a:solidFill>
            <a:schemeClr val="bg2"/>
          </a:solidFill>
          <a:ln>
            <a:noFill/>
          </a:ln>
          <a:effectLst>
            <a:outerShdw dist="12700" dir="16200000" rotWithShape="0">
              <a:prstClr val="black"/>
            </a:outerShdw>
          </a:effectLst>
        </p:spPr>
        <p:txBody>
          <a:bodyPr lIns="45720" tIns="137160" rIns="45720" anchor="ctr">
            <a:normAutofit/>
          </a:bodyPr>
          <a:lstStyle>
            <a:lvl1pPr marL="0">
              <a:defRPr/>
            </a:lvl1pPr>
            <a:lvl2pPr marL="0">
              <a:defRPr/>
            </a:lvl2pPr>
            <a:lvl3pPr marL="0">
              <a:defRPr/>
            </a:lvl3pPr>
            <a:lvl4pPr marL="0">
              <a:defRPr/>
            </a:lvl4pPr>
            <a:lvl5pPr marL="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01931668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62002"/>
            <a:ext cx="6612786" cy="1555895"/>
          </a:xfrm>
        </p:spPr>
        <p:txBody>
          <a:bodyPr vert="horz" lIns="91440" tIns="45720" rIns="91440" bIns="45720" rtlCol="0" anchor="t">
            <a:normAutofit/>
          </a:bodyPr>
          <a:lstStyle>
            <a:lvl1pPr>
              <a:defRPr lang="en-US" sz="60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6A2AC736-2858-40E1-3533-38692573ECE6}"/>
              </a:ext>
            </a:extLst>
          </p:cNvPr>
          <p:cNvSpPr>
            <a:spLocks noGrp="1"/>
          </p:cNvSpPr>
          <p:nvPr>
            <p:ph type="ftr" sz="quarter" idx="15"/>
          </p:nvPr>
        </p:nvSpPr>
        <p:spPr/>
        <p:txBody>
          <a:bodyPr/>
          <a:lstStyle/>
          <a:p>
            <a:r>
              <a:rPr lang="en-US" dirty="0"/>
              <a:t>Footer Text</a:t>
            </a:r>
          </a:p>
        </p:txBody>
      </p:sp>
      <p:sp>
        <p:nvSpPr>
          <p:cNvPr id="8" name="Date Placeholder 7">
            <a:extLst>
              <a:ext uri="{FF2B5EF4-FFF2-40B4-BE49-F238E27FC236}">
                <a16:creationId xmlns:a16="http://schemas.microsoft.com/office/drawing/2014/main" id="{6F901C69-26AA-7830-9BFF-EC62E8208AB7}"/>
              </a:ext>
            </a:extLst>
          </p:cNvPr>
          <p:cNvSpPr>
            <a:spLocks noGrp="1"/>
          </p:cNvSpPr>
          <p:nvPr>
            <p:ph type="dt" sz="half" idx="14"/>
          </p:nvPr>
        </p:nvSpPr>
        <p:spPr/>
        <p:txBody>
          <a:bodyPr/>
          <a:lstStyle/>
          <a:p>
            <a:fld id="{B340F08F-40FA-4D3B-96CF-F8FAF483E9A7}" type="datetime1">
              <a:rPr lang="en-US" smtClean="0"/>
              <a:t>10/23/2025</a:t>
            </a:fld>
            <a:endParaRPr lang="en-US"/>
          </a:p>
        </p:txBody>
      </p:sp>
      <p:sp>
        <p:nvSpPr>
          <p:cNvPr id="11" name="Slide Number Placeholder 10">
            <a:extLst>
              <a:ext uri="{FF2B5EF4-FFF2-40B4-BE49-F238E27FC236}">
                <a16:creationId xmlns:a16="http://schemas.microsoft.com/office/drawing/2014/main" id="{A83EC4C7-2AFC-9797-0F80-FCBABD2A8562}"/>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6627" y="2435966"/>
            <a:ext cx="7283725" cy="4422032"/>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680068" y="762000"/>
            <a:ext cx="4092813" cy="579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7" name="Straight Connector 6">
            <a:extLst>
              <a:ext uri="{FF2B5EF4-FFF2-40B4-BE49-F238E27FC236}">
                <a16:creationId xmlns:a16="http://schemas.microsoft.com/office/drawing/2014/main" id="{788F70BF-1865-3761-955D-0621AA22B818}"/>
              </a:ext>
            </a:extLst>
          </p:cNvPr>
          <p:cNvCxnSpPr>
            <a:cxnSpLocks/>
          </p:cNvCxnSpPr>
          <p:nvPr/>
        </p:nvCxnSpPr>
        <p:spPr>
          <a:xfrm>
            <a:off x="0" y="2435966"/>
            <a:ext cx="72771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8638DF4A-7DDF-7C24-D39A-EA7EAF7CFE63}"/>
              </a:ext>
            </a:extLst>
          </p:cNvPr>
          <p:cNvCxnSpPr>
            <a:cxnSpLocks/>
          </p:cNvCxnSpPr>
          <p:nvPr/>
        </p:nvCxnSpPr>
        <p:spPr>
          <a:xfrm>
            <a:off x="7277100" y="0"/>
            <a:ext cx="0" cy="6857999"/>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0854253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7" y="762002"/>
            <a:ext cx="5294939" cy="1555895"/>
          </a:xfrm>
        </p:spPr>
        <p:txBody>
          <a:bodyPr vert="horz" lIns="91440" tIns="45720" rIns="91440" bIns="45720" rtlCol="0" anchor="t">
            <a:normAutofit/>
          </a:bodyPr>
          <a:lstStyle>
            <a:lvl1pPr>
              <a:defRPr lang="en-US" sz="60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70F70C4A-BA92-6BFC-3B1F-307DC253CC2B}"/>
              </a:ext>
            </a:extLst>
          </p:cNvPr>
          <p:cNvSpPr>
            <a:spLocks noGrp="1"/>
          </p:cNvSpPr>
          <p:nvPr>
            <p:ph type="ftr" sz="quarter" idx="15"/>
          </p:nvPr>
        </p:nvSpPr>
        <p:spPr/>
        <p:txBody>
          <a:bodyPr/>
          <a:lstStyle/>
          <a:p>
            <a:r>
              <a:rPr lang="en-US" dirty="0"/>
              <a:t>Footer Text</a:t>
            </a:r>
          </a:p>
        </p:txBody>
      </p:sp>
      <p:sp>
        <p:nvSpPr>
          <p:cNvPr id="8" name="Date Placeholder 7">
            <a:extLst>
              <a:ext uri="{FF2B5EF4-FFF2-40B4-BE49-F238E27FC236}">
                <a16:creationId xmlns:a16="http://schemas.microsoft.com/office/drawing/2014/main" id="{E2862A36-3103-C394-ACDE-9712D22EC1E9}"/>
              </a:ext>
            </a:extLst>
          </p:cNvPr>
          <p:cNvSpPr>
            <a:spLocks noGrp="1"/>
          </p:cNvSpPr>
          <p:nvPr>
            <p:ph type="dt" sz="half" idx="14"/>
          </p:nvPr>
        </p:nvSpPr>
        <p:spPr>
          <a:xfrm>
            <a:off x="6340642" y="207982"/>
            <a:ext cx="1921315" cy="413360"/>
          </a:xfrm>
        </p:spPr>
        <p:txBody>
          <a:bodyPr/>
          <a:lstStyle/>
          <a:p>
            <a:fld id="{025BF5DA-9B72-4C47-B5EF-1EED5B08EE79}" type="datetime1">
              <a:rPr lang="en-US" smtClean="0"/>
              <a:t>10/23/2025</a:t>
            </a:fld>
            <a:endParaRPr lang="en-US"/>
          </a:p>
        </p:txBody>
      </p:sp>
      <p:sp>
        <p:nvSpPr>
          <p:cNvPr id="11" name="Slide Number Placeholder 10">
            <a:extLst>
              <a:ext uri="{FF2B5EF4-FFF2-40B4-BE49-F238E27FC236}">
                <a16:creationId xmlns:a16="http://schemas.microsoft.com/office/drawing/2014/main" id="{E054C547-CF4F-67F9-FBC5-A0BE282578D6}"/>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2442689"/>
            <a:ext cx="5875421" cy="4422032"/>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6340642" y="762000"/>
            <a:ext cx="5432239" cy="579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7" name="Straight Connector 6">
            <a:extLst>
              <a:ext uri="{FF2B5EF4-FFF2-40B4-BE49-F238E27FC236}">
                <a16:creationId xmlns:a16="http://schemas.microsoft.com/office/drawing/2014/main" id="{788F70BF-1865-3761-955D-0621AA22B818}"/>
              </a:ext>
            </a:extLst>
          </p:cNvPr>
          <p:cNvCxnSpPr>
            <a:cxnSpLocks/>
          </p:cNvCxnSpPr>
          <p:nvPr/>
        </p:nvCxnSpPr>
        <p:spPr>
          <a:xfrm>
            <a:off x="0" y="2435966"/>
            <a:ext cx="5875421"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8638DF4A-7DDF-7C24-D39A-EA7EAF7CFE63}"/>
              </a:ext>
            </a:extLst>
          </p:cNvPr>
          <p:cNvCxnSpPr>
            <a:cxnSpLocks/>
          </p:cNvCxnSpPr>
          <p:nvPr/>
        </p:nvCxnSpPr>
        <p:spPr>
          <a:xfrm>
            <a:off x="5875423" y="0"/>
            <a:ext cx="0" cy="6857999"/>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1961712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448056"/>
            <a:ext cx="11514759" cy="1124712"/>
          </a:xfrm>
        </p:spPr>
        <p:txBody>
          <a:bodyPr vert="horz" lIns="91440" tIns="45720" rIns="91440" bIns="45720" rtlCol="0" anchor="ctr">
            <a:normAutofit/>
          </a:bodyPr>
          <a:lstStyle>
            <a:lvl1pPr>
              <a:defRPr lang="en-US"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p>
            <a:fld id="{EB5EDF0F-3515-4895-B663-882304741893}" type="datetime1">
              <a:rPr lang="en-US" smtClean="0"/>
              <a:t>10/23/2025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07982"/>
            <a:ext cx="546447" cy="411480"/>
          </a:xfrm>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3614" y="1700784"/>
            <a:ext cx="3318170" cy="5157216"/>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801441" y="2130553"/>
            <a:ext cx="7971459" cy="4422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7" name="Straight Connector 6">
            <a:extLst>
              <a:ext uri="{FF2B5EF4-FFF2-40B4-BE49-F238E27FC236}">
                <a16:creationId xmlns:a16="http://schemas.microsoft.com/office/drawing/2014/main" id="{6C347961-3E7C-FAAC-2283-DA751A80201C}"/>
              </a:ext>
            </a:extLst>
          </p:cNvPr>
          <p:cNvCxnSpPr>
            <a:cxnSpLocks/>
          </p:cNvCxnSpPr>
          <p:nvPr/>
        </p:nvCxnSpPr>
        <p:spPr>
          <a:xfrm>
            <a:off x="0" y="1695518"/>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BE4B3C03-E31F-77F7-02F0-8C25E1C62792}"/>
              </a:ext>
            </a:extLst>
          </p:cNvPr>
          <p:cNvCxnSpPr>
            <a:cxnSpLocks/>
          </p:cNvCxnSpPr>
          <p:nvPr/>
        </p:nvCxnSpPr>
        <p:spPr>
          <a:xfrm>
            <a:off x="3318170" y="1695518"/>
            <a:ext cx="0" cy="5162482"/>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69790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1152143"/>
            <a:ext cx="4350052" cy="2620959"/>
          </a:xfrm>
        </p:spPr>
        <p:txBody>
          <a:bodyPr vert="horz" lIns="91440" tIns="45720" rIns="91440" bIns="45720" rtlCol="0" anchor="t">
            <a:normAutofit/>
          </a:bodyPr>
          <a:lstStyle>
            <a:lvl1pPr>
              <a:defRPr lang="en-US" sz="7200"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5364000" y="210312"/>
            <a:ext cx="1569350" cy="411480"/>
          </a:xfrm>
        </p:spPr>
        <p:txBody>
          <a:bodyPr/>
          <a:lstStyle/>
          <a:p>
            <a:fld id="{B534C9EB-6793-4BE3-BB6C-BE53FADDC8D1}" type="datetime1">
              <a:rPr lang="en-US" smtClean="0"/>
              <a:t>10/23/2025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4089769"/>
            <a:ext cx="4921917" cy="2777751"/>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58383" y="1152144"/>
            <a:ext cx="6414499" cy="5401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7" name="Straight Connector 6">
            <a:extLst>
              <a:ext uri="{FF2B5EF4-FFF2-40B4-BE49-F238E27FC236}">
                <a16:creationId xmlns:a16="http://schemas.microsoft.com/office/drawing/2014/main" id="{788F70BF-1865-3761-955D-0621AA22B818}"/>
              </a:ext>
            </a:extLst>
          </p:cNvPr>
          <p:cNvCxnSpPr>
            <a:cxnSpLocks/>
          </p:cNvCxnSpPr>
          <p:nvPr/>
        </p:nvCxnSpPr>
        <p:spPr>
          <a:xfrm>
            <a:off x="0" y="4083425"/>
            <a:ext cx="4921917"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8F7E856F-6265-38B0-6F7D-95063C760CBC}"/>
              </a:ext>
            </a:extLst>
          </p:cNvPr>
          <p:cNvCxnSpPr>
            <a:cxnSpLocks/>
          </p:cNvCxnSpPr>
          <p:nvPr/>
        </p:nvCxnSpPr>
        <p:spPr>
          <a:xfrm>
            <a:off x="4925804" y="784893"/>
            <a:ext cx="0" cy="607310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1964831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ontent with Picture 2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7874" y="5197449"/>
            <a:ext cx="4244126" cy="1463040"/>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5358383" y="210312"/>
            <a:ext cx="1569350" cy="411480"/>
          </a:xfrm>
        </p:spPr>
        <p:txBody>
          <a:bodyPr/>
          <a:lstStyle/>
          <a:p>
            <a:fld id="{0E608933-3727-45F8-8E35-F46170696AC2}" type="datetime1">
              <a:rPr lang="en-US" smtClean="0"/>
              <a:t>10/23/2025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794335"/>
            <a:ext cx="4921917" cy="4047478"/>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58384" y="1152144"/>
            <a:ext cx="6382512" cy="53400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7" name="Straight Connector 6">
            <a:extLst>
              <a:ext uri="{FF2B5EF4-FFF2-40B4-BE49-F238E27FC236}">
                <a16:creationId xmlns:a16="http://schemas.microsoft.com/office/drawing/2014/main" id="{788F70BF-1865-3761-955D-0621AA22B818}"/>
              </a:ext>
            </a:extLst>
          </p:cNvPr>
          <p:cNvCxnSpPr>
            <a:cxnSpLocks/>
          </p:cNvCxnSpPr>
          <p:nvPr/>
        </p:nvCxnSpPr>
        <p:spPr>
          <a:xfrm>
            <a:off x="0" y="4841814"/>
            <a:ext cx="4921917"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8F7E856F-6265-38B0-6F7D-95063C760CBC}"/>
              </a:ext>
            </a:extLst>
          </p:cNvPr>
          <p:cNvCxnSpPr>
            <a:cxnSpLocks/>
          </p:cNvCxnSpPr>
          <p:nvPr/>
        </p:nvCxnSpPr>
        <p:spPr>
          <a:xfrm>
            <a:off x="4925804" y="784893"/>
            <a:ext cx="0" cy="607310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0187182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Number Large">
    <p:bg>
      <p:bgPr>
        <a:solidFill>
          <a:schemeClr val="bg2">
            <a:lumMod val="90000"/>
            <a:alpha val="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571232" y="1188720"/>
            <a:ext cx="4069080" cy="4480560"/>
          </a:xfrm>
        </p:spPr>
        <p:txBody>
          <a:bodyPr anchor="ctr">
            <a:normAutofit/>
          </a:bodyPr>
          <a:lstStyle>
            <a:lvl1pPr>
              <a:lnSpc>
                <a:spcPct val="110000"/>
              </a:lnSpc>
              <a:defRPr sz="2800" cap="none" baseline="0">
                <a:solidFill>
                  <a:schemeClr val="tx2"/>
                </a:solidFill>
                <a:latin typeface="+mn-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448056" y="1609344"/>
            <a:ext cx="6775704" cy="4151376"/>
          </a:xfrm>
        </p:spPr>
        <p:txBody>
          <a:bodyPr vert="horz" lIns="91440" tIns="45720" rIns="91440" bIns="45720" rtlCol="0" anchor="ctr">
            <a:normAutofit/>
          </a:bodyPr>
          <a:lstStyle>
            <a:lvl1pPr marL="0" indent="0" algn="r">
              <a:lnSpc>
                <a:spcPct val="70000"/>
              </a:lnSpc>
              <a:buNone/>
              <a:defRPr lang="en-US" sz="33400" dirty="0">
                <a:solidFill>
                  <a:schemeClr val="accent1"/>
                </a:solidFill>
                <a:latin typeface="+mj-lt"/>
              </a:defRPr>
            </a:lvl1pPr>
            <a:lvl2pPr marL="457200" indent="0">
              <a:buNone/>
              <a:defRPr lang="en-US" dirty="0">
                <a:solidFill>
                  <a:schemeClr val="accent3">
                    <a:lumMod val="20000"/>
                    <a:lumOff val="80000"/>
                  </a:schemeClr>
                </a:solidFill>
              </a:defRPr>
            </a:lvl2pPr>
            <a:lvl3pPr>
              <a:defRPr lang="en-US" dirty="0">
                <a:solidFill>
                  <a:schemeClr val="accent3">
                    <a:lumMod val="20000"/>
                    <a:lumOff val="80000"/>
                  </a:schemeClr>
                </a:solidFill>
              </a:defRPr>
            </a:lvl3pPr>
            <a:lvl4pPr>
              <a:defRPr lang="en-US" dirty="0">
                <a:solidFill>
                  <a:schemeClr val="accent3">
                    <a:lumMod val="20000"/>
                    <a:lumOff val="80000"/>
                  </a:schemeClr>
                </a:solidFill>
              </a:defRPr>
            </a:lvl4pPr>
            <a:lvl5pPr>
              <a:defRPr lang="en-US" dirty="0">
                <a:solidFill>
                  <a:schemeClr val="accent3">
                    <a:lumMod val="20000"/>
                    <a:lumOff val="80000"/>
                  </a:schemeClr>
                </a:solidFill>
              </a:defRPr>
            </a:lvl5pPr>
          </a:lstStyle>
          <a:p>
            <a:pPr lvl="0"/>
            <a:r>
              <a:rPr lang="en-US" dirty="0"/>
              <a:t>#%</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normAutofit/>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normAutofit/>
          </a:bodyPr>
          <a:lstStyle>
            <a:lvl1pPr>
              <a:defRPr>
                <a:solidFill>
                  <a:schemeClr val="tx2"/>
                </a:solidFill>
              </a:defRPr>
            </a:lvl1pPr>
          </a:lstStyle>
          <a:p>
            <a:fld id="{05B29ED0-7871-4976-8402-1756C1FAC1EA}" type="datetime1">
              <a:rPr lang="en-US" smtClean="0"/>
              <a:t>10/23/2025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normAutofit/>
          </a:bodyPr>
          <a:lstStyle>
            <a:lvl1pPr>
              <a:defRPr>
                <a:solidFill>
                  <a:schemeClr val="tx2"/>
                </a:solidFill>
              </a:defRPr>
            </a:lvl1pPr>
          </a:lstStyle>
          <a:p>
            <a:fld id="{753D0FD4-819D-4187-8797-C35567B41C78}" type="slidenum">
              <a:rPr lang="en-US" smtClean="0"/>
              <a:t>‹#›</a:t>
            </a:fld>
            <a:endParaRPr lang="en-US"/>
          </a:p>
        </p:txBody>
      </p:sp>
      <p:cxnSp>
        <p:nvCxnSpPr>
          <p:cNvPr id="10" name="Straight Connector 9">
            <a:extLst>
              <a:ext uri="{FF2B5EF4-FFF2-40B4-BE49-F238E27FC236}">
                <a16:creationId xmlns:a16="http://schemas.microsoft.com/office/drawing/2014/main" id="{C34144DB-F44E-C5EB-68A1-D39E3F401C4E}"/>
              </a:ext>
            </a:extLst>
          </p:cNvPr>
          <p:cNvCxnSpPr>
            <a:cxnSpLocks/>
          </p:cNvCxnSpPr>
          <p:nvPr/>
        </p:nvCxnSpPr>
        <p:spPr>
          <a:xfrm>
            <a:off x="0" y="6069441"/>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77422619"/>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Number Larg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20624" y="5349240"/>
            <a:ext cx="11414692" cy="1225296"/>
          </a:xfrm>
        </p:spPr>
        <p:txBody>
          <a:bodyPr anchor="t">
            <a:normAutofit/>
          </a:bodyPr>
          <a:lstStyle>
            <a:lvl1pPr>
              <a:lnSpc>
                <a:spcPct val="80000"/>
              </a:lnSpc>
              <a:defRPr sz="4000" cap="all" spc="100" baseline="0">
                <a:solidFill>
                  <a:schemeClr val="tx2"/>
                </a:solidFill>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219455" y="1188321"/>
            <a:ext cx="11615861" cy="4258079"/>
          </a:xfrm>
        </p:spPr>
        <p:txBody>
          <a:bodyPr vert="horz" lIns="91440" tIns="45720" rIns="91440" bIns="45720" rtlCol="0" anchor="b">
            <a:normAutofit/>
          </a:bodyPr>
          <a:lstStyle>
            <a:lvl1pPr marL="0" indent="0">
              <a:lnSpc>
                <a:spcPct val="70000"/>
              </a:lnSpc>
              <a:buNone/>
              <a:defRPr lang="en-US" sz="40100" dirty="0">
                <a:ln>
                  <a:solidFill>
                    <a:schemeClr val="tx2"/>
                  </a:solidFill>
                </a:ln>
                <a:solidFill>
                  <a:schemeClr val="bg2"/>
                </a:solidFill>
                <a:latin typeface="+mj-lt"/>
              </a:defRPr>
            </a:lvl1pPr>
          </a:lstStyle>
          <a:p>
            <a:pPr lvl="0"/>
            <a:r>
              <a:rPr lang="en-US" dirty="0"/>
              <a:t>#%</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normAutofit/>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normAutofit/>
          </a:bodyPr>
          <a:lstStyle>
            <a:lvl1pPr>
              <a:defRPr>
                <a:solidFill>
                  <a:schemeClr val="tx2"/>
                </a:solidFill>
              </a:defRPr>
            </a:lvl1pPr>
          </a:lstStyle>
          <a:p>
            <a:fld id="{FFB8A85C-40AB-478D-AA51-CA7D29CEF737}" type="datetime1">
              <a:rPr lang="en-US" smtClean="0"/>
              <a:t>10/23/2025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normAutofit/>
          </a:bodyPr>
          <a:lstStyle>
            <a:lvl1pPr>
              <a:defRPr>
                <a:solidFill>
                  <a:schemeClr val="tx2"/>
                </a:solidFill>
              </a:defRPr>
            </a:lvl1p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367407E9-9629-73EA-8583-87EC092046E4}"/>
              </a:ext>
            </a:extLst>
          </p:cNvPr>
          <p:cNvCxnSpPr>
            <a:cxnSpLocks/>
          </p:cNvCxnSpPr>
          <p:nvPr/>
        </p:nvCxnSpPr>
        <p:spPr>
          <a:xfrm>
            <a:off x="0" y="5055918"/>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A1EB09F8-0C93-A873-28FE-48A38B4CEAD9}"/>
              </a:ext>
            </a:extLst>
          </p:cNvPr>
          <p:cNvCxnSpPr>
            <a:cxnSpLocks/>
          </p:cNvCxnSpPr>
          <p:nvPr/>
        </p:nvCxnSpPr>
        <p:spPr>
          <a:xfrm>
            <a:off x="0" y="788718"/>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5944918"/>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Number Larg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571232" y="1188720"/>
            <a:ext cx="4069080" cy="4480560"/>
          </a:xfrm>
        </p:spPr>
        <p:txBody>
          <a:bodyPr anchor="ctr">
            <a:normAutofit/>
          </a:bodyPr>
          <a:lstStyle>
            <a:lvl1pPr>
              <a:lnSpc>
                <a:spcPct val="110000"/>
              </a:lnSpc>
              <a:defRPr sz="2800" cap="none" baseline="0">
                <a:solidFill>
                  <a:schemeClr val="tx2"/>
                </a:solidFill>
                <a:latin typeface="+mn-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448056" y="1609344"/>
            <a:ext cx="6775704" cy="4151376"/>
          </a:xfrm>
        </p:spPr>
        <p:txBody>
          <a:bodyPr vert="horz" lIns="91440" tIns="45720" rIns="91440" bIns="45720" rtlCol="0" anchor="ctr">
            <a:normAutofit/>
          </a:bodyPr>
          <a:lstStyle>
            <a:lvl1pPr marL="0" indent="0" algn="r">
              <a:lnSpc>
                <a:spcPct val="70000"/>
              </a:lnSpc>
              <a:buNone/>
              <a:defRPr lang="en-US" sz="33400" dirty="0">
                <a:solidFill>
                  <a:schemeClr val="tx2"/>
                </a:solidFill>
                <a:latin typeface="+mj-lt"/>
              </a:defRPr>
            </a:lvl1pPr>
            <a:lvl2pPr marL="457200" indent="0">
              <a:buNone/>
              <a:defRPr lang="en-US" dirty="0">
                <a:solidFill>
                  <a:schemeClr val="accent3">
                    <a:lumMod val="20000"/>
                    <a:lumOff val="80000"/>
                  </a:schemeClr>
                </a:solidFill>
              </a:defRPr>
            </a:lvl2pPr>
            <a:lvl3pPr>
              <a:defRPr lang="en-US" dirty="0">
                <a:solidFill>
                  <a:schemeClr val="accent3">
                    <a:lumMod val="20000"/>
                    <a:lumOff val="80000"/>
                  </a:schemeClr>
                </a:solidFill>
              </a:defRPr>
            </a:lvl3pPr>
            <a:lvl4pPr>
              <a:defRPr lang="en-US" dirty="0">
                <a:solidFill>
                  <a:schemeClr val="accent3">
                    <a:lumMod val="20000"/>
                    <a:lumOff val="80000"/>
                  </a:schemeClr>
                </a:solidFill>
              </a:defRPr>
            </a:lvl4pPr>
            <a:lvl5pPr>
              <a:defRPr lang="en-US" dirty="0">
                <a:solidFill>
                  <a:schemeClr val="accent3">
                    <a:lumMod val="20000"/>
                    <a:lumOff val="80000"/>
                  </a:schemeClr>
                </a:solidFill>
              </a:defRPr>
            </a:lvl5pPr>
          </a:lstStyle>
          <a:p>
            <a:pPr lvl="0"/>
            <a:r>
              <a:rPr lang="en-US" dirty="0"/>
              <a:t>#%</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lvl1pPr>
              <a:defRPr>
                <a:solidFill>
                  <a:schemeClr val="tx2"/>
                </a:solidFill>
              </a:defRPr>
            </a:lvl1pPr>
          </a:lstStyle>
          <a:p>
            <a:fld id="{FEA22AB6-0BB7-4DCA-85DA-8246194506D3}" type="datetime1">
              <a:rPr lang="en-US" smtClean="0"/>
              <a:t>10/23/2025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lvl1pPr>
              <a:defRPr>
                <a:solidFill>
                  <a:schemeClr val="tx2"/>
                </a:solidFill>
              </a:defRPr>
            </a:lvl1pPr>
          </a:lstStyle>
          <a:p>
            <a:fld id="{753D0FD4-819D-4187-8797-C35567B41C78}" type="slidenum">
              <a:rPr lang="en-US" smtClean="0"/>
              <a:t>‹#›</a:t>
            </a:fld>
            <a:endParaRPr lang="en-US"/>
          </a:p>
        </p:txBody>
      </p:sp>
      <p:cxnSp>
        <p:nvCxnSpPr>
          <p:cNvPr id="10" name="Straight Connector 9">
            <a:extLst>
              <a:ext uri="{FF2B5EF4-FFF2-40B4-BE49-F238E27FC236}">
                <a16:creationId xmlns:a16="http://schemas.microsoft.com/office/drawing/2014/main" id="{C34144DB-F44E-C5EB-68A1-D39E3F401C4E}"/>
              </a:ext>
            </a:extLst>
          </p:cNvPr>
          <p:cNvCxnSpPr>
            <a:cxnSpLocks/>
          </p:cNvCxnSpPr>
          <p:nvPr/>
        </p:nvCxnSpPr>
        <p:spPr>
          <a:xfrm>
            <a:off x="0" y="6069441"/>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1330939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 preserve="1">
  <p:cSld name="Number Large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1480" y="5172725"/>
            <a:ext cx="11356848" cy="777240"/>
          </a:xfrm>
        </p:spPr>
        <p:txBody>
          <a:bodyPr anchor="ctr">
            <a:normAutofit/>
          </a:bodyPr>
          <a:lstStyle>
            <a:lvl1pPr algn="ctr">
              <a:lnSpc>
                <a:spcPct val="110000"/>
              </a:lnSpc>
              <a:defRPr sz="2000" cap="all" spc="100" baseline="0">
                <a:solidFill>
                  <a:schemeClr val="tx2">
                    <a:lumMod val="90000"/>
                  </a:schemeClr>
                </a:solidFill>
                <a:latin typeface="+mn-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822960" y="1201036"/>
            <a:ext cx="10543032" cy="4050792"/>
          </a:xfrm>
        </p:spPr>
        <p:txBody>
          <a:bodyPr vert="horz" lIns="91440" tIns="45720" rIns="91440" bIns="45720" rtlCol="0" anchor="t">
            <a:normAutofit/>
          </a:bodyPr>
          <a:lstStyle>
            <a:lvl1pPr marL="0" indent="0" algn="ctr">
              <a:lnSpc>
                <a:spcPct val="70000"/>
              </a:lnSpc>
              <a:buNone/>
              <a:defRPr lang="en-US" sz="40100" dirty="0">
                <a:solidFill>
                  <a:schemeClr val="tx2">
                    <a:lumMod val="90000"/>
                  </a:schemeClr>
                </a:solidFill>
                <a:latin typeface="+mj-lt"/>
              </a:defRPr>
            </a:lvl1pPr>
            <a:lvl2pPr marL="457200" indent="0">
              <a:buNone/>
              <a:defRPr lang="en-US" dirty="0">
                <a:solidFill>
                  <a:schemeClr val="accent3">
                    <a:lumMod val="20000"/>
                    <a:lumOff val="80000"/>
                  </a:schemeClr>
                </a:solidFill>
              </a:defRPr>
            </a:lvl2pPr>
            <a:lvl3pPr>
              <a:defRPr lang="en-US" dirty="0">
                <a:solidFill>
                  <a:schemeClr val="accent3">
                    <a:lumMod val="20000"/>
                    <a:lumOff val="80000"/>
                  </a:schemeClr>
                </a:solidFill>
              </a:defRPr>
            </a:lvl3pPr>
            <a:lvl4pPr>
              <a:defRPr lang="en-US" dirty="0">
                <a:solidFill>
                  <a:schemeClr val="accent3">
                    <a:lumMod val="20000"/>
                    <a:lumOff val="80000"/>
                  </a:schemeClr>
                </a:solidFill>
              </a:defRPr>
            </a:lvl4pPr>
            <a:lvl5pPr>
              <a:defRPr lang="en-US" dirty="0">
                <a:solidFill>
                  <a:schemeClr val="accent3">
                    <a:lumMod val="20000"/>
                    <a:lumOff val="80000"/>
                  </a:schemeClr>
                </a:solidFill>
              </a:defRPr>
            </a:lvl5pPr>
          </a:lstStyle>
          <a:p>
            <a:pPr lvl="0"/>
            <a:r>
              <a:rPr lang="en-US" dirty="0"/>
              <a:t>##%</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254495"/>
            <a:ext cx="2962656" cy="411480"/>
          </a:xfrm>
        </p:spPr>
        <p:txBody>
          <a:bodyPr/>
          <a:lstStyle>
            <a:lvl1pPr>
              <a:defRPr>
                <a:solidFill>
                  <a:schemeClr val="tx2">
                    <a:lumMod val="90000"/>
                  </a:schemeClr>
                </a:solidFill>
              </a:defRPr>
            </a:lvl1p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6254495"/>
            <a:ext cx="1679642" cy="411480"/>
          </a:xfrm>
        </p:spPr>
        <p:txBody>
          <a:bodyPr/>
          <a:lstStyle>
            <a:lvl1pPr>
              <a:defRPr>
                <a:solidFill>
                  <a:schemeClr val="tx2">
                    <a:lumMod val="90000"/>
                  </a:schemeClr>
                </a:solidFill>
              </a:defRPr>
            </a:lvl1pPr>
          </a:lstStyle>
          <a:p>
            <a:fld id="{C5FEC425-38EB-4C31-A115-909870F4944E}" type="datetime1">
              <a:rPr lang="en-US" smtClean="0"/>
              <a:t>10/23/2025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254496"/>
            <a:ext cx="546447" cy="413360"/>
          </a:xfrm>
        </p:spPr>
        <p:txBody>
          <a:bodyPr/>
          <a:lstStyle>
            <a:lvl1pPr>
              <a:defRPr>
                <a:solidFill>
                  <a:schemeClr val="tx2">
                    <a:lumMod val="90000"/>
                  </a:schemeClr>
                </a:solidFill>
              </a:defRPr>
            </a:lvl1pPr>
          </a:lstStyle>
          <a:p>
            <a:fld id="{753D0FD4-819D-4187-8797-C35567B41C78}" type="slidenum">
              <a:rPr lang="en-US" smtClean="0"/>
              <a:t>‹#›</a:t>
            </a:fld>
            <a:endParaRPr lang="en-US"/>
          </a:p>
        </p:txBody>
      </p:sp>
      <p:cxnSp>
        <p:nvCxnSpPr>
          <p:cNvPr id="10" name="Straight Connector 9">
            <a:extLst>
              <a:ext uri="{FF2B5EF4-FFF2-40B4-BE49-F238E27FC236}">
                <a16:creationId xmlns:a16="http://schemas.microsoft.com/office/drawing/2014/main" id="{2059084B-1C57-0F86-56B0-E7DC2934BA40}"/>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3344636A-F38C-DF3B-6439-B5B73A797B53}"/>
              </a:ext>
            </a:extLst>
          </p:cNvPr>
          <p:cNvCxnSpPr>
            <a:cxnSpLocks/>
          </p:cNvCxnSpPr>
          <p:nvPr/>
        </p:nvCxnSpPr>
        <p:spPr>
          <a:xfrm>
            <a:off x="0" y="5274776"/>
            <a:ext cx="12192000" cy="0"/>
          </a:xfrm>
          <a:prstGeom prst="line">
            <a:avLst/>
          </a:prstGeom>
          <a:ln w="9525">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49703685"/>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cSld name="Statement">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17773" y="914400"/>
            <a:ext cx="10045427" cy="4464554"/>
          </a:xfrm>
        </p:spPr>
        <p:txBody>
          <a:bodyPr anchor="ctr">
            <a:noAutofit/>
          </a:bodyPr>
          <a:lstStyle>
            <a:lvl1pPr marL="0" indent="0">
              <a:lnSpc>
                <a:spcPct val="75000"/>
              </a:lnSpc>
              <a:buNone/>
              <a:defRPr sz="8800" b="0">
                <a:solidFill>
                  <a:schemeClr val="tx2"/>
                </a:solidFill>
                <a:latin typeface="+mj-lt"/>
              </a:defRPr>
            </a:lvl1pPr>
            <a:lvl2pPr marL="228600" indent="0">
              <a:lnSpc>
                <a:spcPct val="100000"/>
              </a:lnSpc>
              <a:buNone/>
              <a:defRPr sz="8000" b="0">
                <a:solidFill>
                  <a:schemeClr val="tx2"/>
                </a:solidFill>
                <a:latin typeface="+mj-lt"/>
              </a:defRPr>
            </a:lvl2pPr>
            <a:lvl3pPr marL="457200" indent="0">
              <a:lnSpc>
                <a:spcPct val="100000"/>
              </a:lnSpc>
              <a:buNone/>
              <a:defRPr sz="7200" b="0">
                <a:solidFill>
                  <a:schemeClr val="tx2"/>
                </a:solidFill>
                <a:latin typeface="+mj-lt"/>
              </a:defRPr>
            </a:lvl3pPr>
            <a:lvl4pPr marL="685800" indent="0">
              <a:lnSpc>
                <a:spcPct val="100000"/>
              </a:lnSpc>
              <a:buNone/>
              <a:defRPr sz="6600" b="0">
                <a:solidFill>
                  <a:schemeClr val="tx2"/>
                </a:solidFill>
                <a:latin typeface="+mj-lt"/>
              </a:defRPr>
            </a:lvl4pPr>
            <a:lvl5pPr marL="914400" indent="0">
              <a:lnSpc>
                <a:spcPct val="100000"/>
              </a:lnSpc>
              <a:buNone/>
              <a:defRPr sz="6000" b="0">
                <a:solidFill>
                  <a:schemeClr val="tx2"/>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317773" y="6263640"/>
            <a:ext cx="2963692" cy="413360"/>
          </a:xfrm>
        </p:spPr>
        <p:txBody>
          <a:bodyPr/>
          <a:lstStyle/>
          <a:p>
            <a:r>
              <a:rPr lang="en-US" dirty="0"/>
              <a:t>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7680069" y="6263640"/>
            <a:ext cx="1921315" cy="413360"/>
          </a:xfrm>
        </p:spPr>
        <p:txBody>
          <a:bodyPr/>
          <a:lstStyle/>
          <a:p>
            <a:fld id="{453B8C54-B76A-4DD8-BD0B-11200408342B}" type="datetime1">
              <a:rPr lang="en-US" smtClean="0"/>
              <a:t>10/23/2025</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288870" y="6263640"/>
            <a:ext cx="546447" cy="413360"/>
          </a:xfrm>
        </p:spPr>
        <p:txBody>
          <a:bodyPr/>
          <a:lstStyle/>
          <a:p>
            <a:fld id="{753D0FD4-819D-4187-8797-C35567B41C78}" type="slidenum">
              <a:rPr lang="en-US" smtClean="0"/>
              <a:t>‹#›</a:t>
            </a:fld>
            <a:endParaRPr lang="en-US" dirty="0"/>
          </a:p>
        </p:txBody>
      </p:sp>
      <p:cxnSp>
        <p:nvCxnSpPr>
          <p:cNvPr id="6" name="Straight Connector 5">
            <a:extLst>
              <a:ext uri="{FF2B5EF4-FFF2-40B4-BE49-F238E27FC236}">
                <a16:creationId xmlns:a16="http://schemas.microsoft.com/office/drawing/2014/main" id="{1A935D4C-A027-60A0-BEB8-B1A89C1C5E3A}"/>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00021184"/>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Statement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2"/>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2576945" y="1341912"/>
            <a:ext cx="7024439" cy="4120737"/>
          </a:xfrm>
        </p:spPr>
        <p:txBody>
          <a:bodyPr anchor="ctr">
            <a:normAutofit/>
          </a:bodyPr>
          <a:lstStyle>
            <a:lvl1pPr marL="0" indent="0" algn="ctr">
              <a:lnSpc>
                <a:spcPct val="75000"/>
              </a:lnSpc>
              <a:buNone/>
              <a:defRPr sz="5400" b="0">
                <a:solidFill>
                  <a:schemeClr val="tx2"/>
                </a:solidFill>
                <a:latin typeface="+mj-lt"/>
              </a:defRPr>
            </a:lvl1pPr>
            <a:lvl2pPr marL="228600" indent="0" algn="ctr">
              <a:lnSpc>
                <a:spcPct val="75000"/>
              </a:lnSpc>
              <a:buNone/>
              <a:defRPr sz="4800" b="0">
                <a:solidFill>
                  <a:schemeClr val="tx2"/>
                </a:solidFill>
                <a:latin typeface="+mj-lt"/>
              </a:defRPr>
            </a:lvl2pPr>
            <a:lvl3pPr marL="457200" indent="0" algn="ctr">
              <a:lnSpc>
                <a:spcPct val="75000"/>
              </a:lnSpc>
              <a:buNone/>
              <a:defRPr sz="4400" b="0">
                <a:solidFill>
                  <a:schemeClr val="tx2"/>
                </a:solidFill>
                <a:latin typeface="+mj-lt"/>
              </a:defRPr>
            </a:lvl3pPr>
            <a:lvl4pPr marL="685800" indent="0" algn="ctr">
              <a:lnSpc>
                <a:spcPct val="75000"/>
              </a:lnSpc>
              <a:buNone/>
              <a:defRPr sz="4000" b="0">
                <a:solidFill>
                  <a:schemeClr val="tx2"/>
                </a:solidFill>
                <a:latin typeface="+mj-lt"/>
              </a:defRPr>
            </a:lvl4pPr>
            <a:lvl5pPr marL="914400" indent="0" algn="ctr">
              <a:lnSpc>
                <a:spcPct val="75000"/>
              </a:lnSpc>
              <a:buNone/>
              <a:defRPr sz="3600" b="0">
                <a:solidFill>
                  <a:schemeClr val="tx2"/>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317773" y="6264164"/>
            <a:ext cx="2963692" cy="413360"/>
          </a:xfrm>
        </p:spPr>
        <p:txBody>
          <a:bodyPr/>
          <a:lstStyle>
            <a:lvl1pPr>
              <a:defRPr>
                <a:solidFill>
                  <a:schemeClr val="tx2"/>
                </a:solidFill>
              </a:defRPr>
            </a:lvl1pPr>
          </a:lstStyle>
          <a:p>
            <a:r>
              <a:rPr lang="en-US" dirty="0"/>
              <a:t>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7921742" y="6264164"/>
            <a:ext cx="1679642" cy="413360"/>
          </a:xfrm>
        </p:spPr>
        <p:txBody>
          <a:bodyPr/>
          <a:lstStyle>
            <a:lvl1pPr>
              <a:defRPr>
                <a:solidFill>
                  <a:schemeClr val="tx2"/>
                </a:solidFill>
              </a:defRPr>
            </a:lvl1pPr>
          </a:lstStyle>
          <a:p>
            <a:fld id="{66BE189A-7DFE-4578-A781-50D475212B90}" type="datetime1">
              <a:rPr lang="en-US" smtClean="0"/>
              <a:t>10/23/2025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288870" y="6264164"/>
            <a:ext cx="546447" cy="413360"/>
          </a:xfrm>
        </p:spPr>
        <p:txBody>
          <a:bodyPr/>
          <a:lstStyle>
            <a:lvl1pPr>
              <a:defRPr>
                <a:solidFill>
                  <a:schemeClr val="tx2"/>
                </a:solidFill>
              </a:defRPr>
            </a:lvl1pPr>
          </a:lstStyle>
          <a:p>
            <a:fld id="{753D0FD4-819D-4187-8797-C35567B41C78}" type="slidenum">
              <a:rPr lang="en-US" smtClean="0"/>
              <a:t>‹#›</a:t>
            </a:fld>
            <a:endParaRPr lang="en-US"/>
          </a:p>
        </p:txBody>
      </p:sp>
      <p:cxnSp>
        <p:nvCxnSpPr>
          <p:cNvPr id="6" name="Straight Connector 5">
            <a:extLst>
              <a:ext uri="{FF2B5EF4-FFF2-40B4-BE49-F238E27FC236}">
                <a16:creationId xmlns:a16="http://schemas.microsoft.com/office/drawing/2014/main" id="{236ED6FE-B4BC-74F3-6CA8-3B4200CEE7FD}"/>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2008063B-506A-41A1-A6EA-745A876C5191}"/>
              </a:ext>
            </a:extLst>
          </p:cNvPr>
          <p:cNvCxnSpPr>
            <a:cxnSpLocks/>
          </p:cNvCxnSpPr>
          <p:nvPr/>
        </p:nvCxnSpPr>
        <p:spPr>
          <a:xfrm>
            <a:off x="0" y="781627"/>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42758C90-B148-7153-9C80-0F1076997894}"/>
              </a:ext>
            </a:extLst>
          </p:cNvPr>
          <p:cNvCxnSpPr>
            <a:cxnSpLocks/>
          </p:cNvCxnSpPr>
          <p:nvPr/>
        </p:nvCxnSpPr>
        <p:spPr>
          <a:xfrm>
            <a:off x="1693484" y="781627"/>
            <a:ext cx="0" cy="5276273"/>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75474C37-D361-EDB7-BCC5-35E1A6EC3D9B}"/>
              </a:ext>
            </a:extLst>
          </p:cNvPr>
          <p:cNvCxnSpPr>
            <a:cxnSpLocks/>
          </p:cNvCxnSpPr>
          <p:nvPr/>
        </p:nvCxnSpPr>
        <p:spPr>
          <a:xfrm>
            <a:off x="10491119" y="781627"/>
            <a:ext cx="0" cy="5276273"/>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84641108"/>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tatement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51725" y="1940090"/>
            <a:ext cx="10392476" cy="4614714"/>
          </a:xfrm>
        </p:spPr>
        <p:txBody>
          <a:bodyPr anchor="b">
            <a:noAutofit/>
          </a:bodyPr>
          <a:lstStyle>
            <a:lvl1pPr marL="0" indent="0">
              <a:lnSpc>
                <a:spcPct val="73000"/>
              </a:lnSpc>
              <a:buNone/>
              <a:defRPr sz="9600" b="0" cap="all" baseline="0">
                <a:solidFill>
                  <a:schemeClr val="tx2">
                    <a:lumMod val="75000"/>
                  </a:schemeClr>
                </a:solidFill>
                <a:latin typeface="+mj-lt"/>
              </a:defRPr>
            </a:lvl1pPr>
            <a:lvl2pPr marL="228600" indent="0">
              <a:lnSpc>
                <a:spcPct val="73000"/>
              </a:lnSpc>
              <a:buNone/>
              <a:defRPr sz="8800" b="0" cap="all" baseline="0">
                <a:solidFill>
                  <a:schemeClr val="tx2">
                    <a:lumMod val="75000"/>
                  </a:schemeClr>
                </a:solidFill>
                <a:latin typeface="+mj-lt"/>
              </a:defRPr>
            </a:lvl2pPr>
            <a:lvl3pPr marL="457200" indent="0">
              <a:lnSpc>
                <a:spcPct val="73000"/>
              </a:lnSpc>
              <a:buNone/>
              <a:defRPr sz="8000" b="0" cap="all" baseline="0">
                <a:solidFill>
                  <a:schemeClr val="tx2">
                    <a:lumMod val="75000"/>
                  </a:schemeClr>
                </a:solidFill>
                <a:latin typeface="+mj-lt"/>
              </a:defRPr>
            </a:lvl3pPr>
            <a:lvl4pPr marL="685800" indent="0">
              <a:lnSpc>
                <a:spcPct val="73000"/>
              </a:lnSpc>
              <a:buNone/>
              <a:defRPr sz="7200" b="0" cap="all" baseline="0">
                <a:solidFill>
                  <a:schemeClr val="tx2">
                    <a:lumMod val="75000"/>
                  </a:schemeClr>
                </a:solidFill>
                <a:latin typeface="+mj-lt"/>
              </a:defRPr>
            </a:lvl4pPr>
            <a:lvl5pPr marL="914400" indent="0">
              <a:lnSpc>
                <a:spcPct val="73000"/>
              </a:lnSpc>
              <a:buNone/>
              <a:defRPr sz="6600" b="0" cap="all" baseline="0">
                <a:solidFill>
                  <a:schemeClr val="tx2">
                    <a:lumMod val="75000"/>
                  </a:schemeClr>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2">
                    <a:lumMod val="90000"/>
                  </a:schemeClr>
                </a:solidFill>
              </a:defRPr>
            </a:lvl1pPr>
          </a:lstStyle>
          <a:p>
            <a:r>
              <a:rPr lang="en-US" dirty="0"/>
              <a:t>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2">
                    <a:lumMod val="90000"/>
                  </a:schemeClr>
                </a:solidFill>
              </a:defRPr>
            </a:lvl1pPr>
          </a:lstStyle>
          <a:p>
            <a:fld id="{386F9640-8612-4EBB-94A3-9F5B3C3C1651}" type="datetime1">
              <a:rPr lang="en-US" smtClean="0"/>
              <a:t>10/23/2025</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lumMod val="90000"/>
                  </a:schemeClr>
                </a:solidFill>
              </a:defRPr>
            </a:lvl1p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3EBBBFEC-32A4-8333-CEC0-6858CB1833EF}"/>
              </a:ext>
            </a:extLst>
          </p:cNvPr>
          <p:cNvCxnSpPr>
            <a:cxnSpLocks/>
          </p:cNvCxnSpPr>
          <p:nvPr/>
        </p:nvCxnSpPr>
        <p:spPr>
          <a:xfrm>
            <a:off x="0" y="789563"/>
            <a:ext cx="12192000" cy="0"/>
          </a:xfrm>
          <a:prstGeom prst="line">
            <a:avLst/>
          </a:prstGeom>
          <a:ln w="9525">
            <a:solidFill>
              <a:schemeClr val="tx2">
                <a:lumMod val="9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08308017"/>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Statement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723098" y="-1133856"/>
            <a:ext cx="10090646" cy="914400"/>
          </a:xfrm>
        </p:spPr>
        <p:txBody>
          <a:bodyPr/>
          <a:lstStyle>
            <a:lvl1pPr>
              <a:defRPr>
                <a:solidFill>
                  <a:schemeClr val="tx2"/>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17773" y="384048"/>
            <a:ext cx="10090646" cy="4783756"/>
          </a:xfrm>
        </p:spPr>
        <p:txBody>
          <a:bodyPr anchor="t">
            <a:noAutofit/>
          </a:bodyPr>
          <a:lstStyle>
            <a:lvl1pPr marL="0" indent="0">
              <a:lnSpc>
                <a:spcPct val="100000"/>
              </a:lnSpc>
              <a:buNone/>
              <a:defRPr sz="7200" b="0">
                <a:solidFill>
                  <a:schemeClr val="accent1"/>
                </a:solidFill>
              </a:defRPr>
            </a:lvl1pPr>
            <a:lvl2pPr marL="228600" indent="0">
              <a:lnSpc>
                <a:spcPct val="100000"/>
              </a:lnSpc>
              <a:buNone/>
              <a:defRPr sz="6600" b="0">
                <a:solidFill>
                  <a:schemeClr val="accent1"/>
                </a:solidFill>
              </a:defRPr>
            </a:lvl2pPr>
            <a:lvl3pPr marL="457200" indent="0">
              <a:lnSpc>
                <a:spcPct val="100000"/>
              </a:lnSpc>
              <a:buNone/>
              <a:defRPr sz="6000" b="0">
                <a:solidFill>
                  <a:schemeClr val="accent1"/>
                </a:solidFill>
              </a:defRPr>
            </a:lvl3pPr>
            <a:lvl4pPr marL="685800" indent="0">
              <a:lnSpc>
                <a:spcPct val="100000"/>
              </a:lnSpc>
              <a:buNone/>
              <a:defRPr sz="5400" b="0">
                <a:solidFill>
                  <a:schemeClr val="accent1"/>
                </a:solidFill>
              </a:defRPr>
            </a:lvl4pPr>
            <a:lvl5pPr marL="914400" indent="0">
              <a:lnSpc>
                <a:spcPct val="100000"/>
              </a:lnSpc>
              <a:buNone/>
              <a:defRPr sz="4800" b="0">
                <a:solidFill>
                  <a:schemeClr val="accent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317773" y="6264164"/>
            <a:ext cx="2963692" cy="413360"/>
          </a:xfrm>
        </p:spPr>
        <p:txBody>
          <a:bodyPr/>
          <a:lstStyle>
            <a:lvl1pPr>
              <a:defRPr>
                <a:solidFill>
                  <a:schemeClr val="tx2"/>
                </a:solidFill>
              </a:defRPr>
            </a:lvl1pPr>
          </a:lstStyle>
          <a:p>
            <a:r>
              <a:rPr lang="en-US" dirty="0"/>
              <a:t>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7921741" y="6264164"/>
            <a:ext cx="2486677" cy="413360"/>
          </a:xfrm>
        </p:spPr>
        <p:txBody>
          <a:bodyPr/>
          <a:lstStyle>
            <a:lvl1pPr>
              <a:defRPr>
                <a:solidFill>
                  <a:schemeClr val="tx2"/>
                </a:solidFill>
              </a:defRPr>
            </a:lvl1pPr>
          </a:lstStyle>
          <a:p>
            <a:fld id="{9A3EC378-394E-4653-8FC8-8296D202D659}" type="datetime1">
              <a:rPr lang="en-US" smtClean="0"/>
              <a:t>10/23/2025</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288870" y="6264164"/>
            <a:ext cx="546447" cy="413360"/>
          </a:xfrm>
        </p:spPr>
        <p:txBody>
          <a:bodyPr/>
          <a:lstStyle>
            <a:lvl1pPr>
              <a:defRPr>
                <a:solidFill>
                  <a:schemeClr val="tx2"/>
                </a:solidFill>
              </a:defRPr>
            </a:lvl1pPr>
          </a:lstStyle>
          <a:p>
            <a:fld id="{753D0FD4-819D-4187-8797-C35567B41C78}" type="slidenum">
              <a:rPr lang="en-US" smtClean="0"/>
              <a:t>‹#›</a:t>
            </a:fld>
            <a:endParaRPr lang="en-US"/>
          </a:p>
        </p:txBody>
      </p:sp>
      <p:cxnSp>
        <p:nvCxnSpPr>
          <p:cNvPr id="6" name="Straight Connector 5">
            <a:extLst>
              <a:ext uri="{FF2B5EF4-FFF2-40B4-BE49-F238E27FC236}">
                <a16:creationId xmlns:a16="http://schemas.microsoft.com/office/drawing/2014/main" id="{236ED6FE-B4BC-74F3-6CA8-3B4200CEE7FD}"/>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19003510"/>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Quot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hasCustomPrompt="1"/>
          </p:nvPr>
        </p:nvSpPr>
        <p:spPr>
          <a:xfrm>
            <a:off x="713232" y="5440220"/>
            <a:ext cx="9299448" cy="1015996"/>
          </a:xfrm>
        </p:spPr>
        <p:txBody>
          <a:bodyPr anchor="ctr">
            <a:normAutofit/>
          </a:bodyPr>
          <a:lstStyle>
            <a:lvl1pPr>
              <a:defRPr sz="2000" cap="none" baseline="0">
                <a:solidFill>
                  <a:schemeClr val="tx2"/>
                </a:solidFill>
                <a:latin typeface="+mn-lt"/>
              </a:defRPr>
            </a:lvl1pPr>
          </a:lstStyle>
          <a:p>
            <a:r>
              <a:rPr lang="en-US" dirty="0"/>
              <a:t>Quote Author</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320040" y="1170816"/>
            <a:ext cx="9692640" cy="3872159"/>
          </a:xfrm>
        </p:spPr>
        <p:txBody>
          <a:bodyPr>
            <a:normAutofit/>
          </a:bodyPr>
          <a:lstStyle>
            <a:lvl1pPr marL="274320" indent="-274320">
              <a:lnSpc>
                <a:spcPct val="70000"/>
              </a:lnSpc>
              <a:buNone/>
              <a:defRPr sz="8800" cap="all" baseline="0">
                <a:solidFill>
                  <a:schemeClr val="tx2"/>
                </a:solidFill>
                <a:latin typeface="+mj-lt"/>
              </a:defRPr>
            </a:lvl1pPr>
            <a:lvl2pPr marL="274320" indent="-274320">
              <a:lnSpc>
                <a:spcPct val="70000"/>
              </a:lnSpc>
              <a:buNone/>
              <a:defRPr sz="8000" cap="all" baseline="0">
                <a:solidFill>
                  <a:schemeClr val="accent2">
                    <a:lumMod val="20000"/>
                    <a:lumOff val="80000"/>
                  </a:schemeClr>
                </a:solidFill>
                <a:latin typeface="+mj-lt"/>
              </a:defRPr>
            </a:lvl2pPr>
            <a:lvl3pPr marL="274320" indent="-274320">
              <a:lnSpc>
                <a:spcPct val="70000"/>
              </a:lnSpc>
              <a:buNone/>
              <a:defRPr sz="7200" cap="all" baseline="0">
                <a:solidFill>
                  <a:schemeClr val="accent2">
                    <a:lumMod val="20000"/>
                    <a:lumOff val="80000"/>
                  </a:schemeClr>
                </a:solidFill>
                <a:latin typeface="+mj-lt"/>
              </a:defRPr>
            </a:lvl3pPr>
            <a:lvl4pPr marL="274320" indent="-274320">
              <a:lnSpc>
                <a:spcPct val="70000"/>
              </a:lnSpc>
              <a:buNone/>
              <a:defRPr sz="6600" cap="all" baseline="0">
                <a:solidFill>
                  <a:schemeClr val="accent2">
                    <a:lumMod val="20000"/>
                    <a:lumOff val="80000"/>
                  </a:schemeClr>
                </a:solidFill>
                <a:latin typeface="+mj-lt"/>
              </a:defRPr>
            </a:lvl4pPr>
            <a:lvl5pPr marL="274320" indent="-274320">
              <a:lnSpc>
                <a:spcPct val="70000"/>
              </a:lnSpc>
              <a:buNone/>
              <a:defRPr sz="6600" cap="all" baseline="0">
                <a:solidFill>
                  <a:schemeClr val="accent2">
                    <a:lumMod val="20000"/>
                    <a:lumOff val="80000"/>
                  </a:schemeClr>
                </a:solidFill>
                <a:latin typeface="+mj-lt"/>
              </a:defRPr>
            </a:lvl5pPr>
          </a:lstStyle>
          <a:p>
            <a:pPr lvl="0"/>
            <a:r>
              <a:rPr lang="en-US" dirty="0"/>
              <a:t>Click to edit quote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2443788" cy="411480"/>
          </a:xfrm>
        </p:spPr>
        <p:txBody>
          <a:bodyPr/>
          <a:lstStyle>
            <a:lvl1pPr>
              <a:defRPr>
                <a:solidFill>
                  <a:schemeClr val="tx2"/>
                </a:solidFill>
              </a:defRPr>
            </a:lvl1pPr>
          </a:lstStyle>
          <a:p>
            <a:fld id="{15448BDD-274C-4BED-8350-833672089118}" type="datetime1">
              <a:rPr lang="en-US" smtClean="0"/>
              <a:t>10/23/2025</a:t>
            </a:fld>
            <a:endParaRPr lang="en-US" dirty="0"/>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lvl1pPr>
              <a:defRPr>
                <a:solidFill>
                  <a:schemeClr val="tx2"/>
                </a:solidFill>
              </a:defRPr>
            </a:lvl1p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1660C7B9-B6D9-6FB6-59EE-D9DB3BC93758}"/>
              </a:ext>
            </a:extLst>
          </p:cNvPr>
          <p:cNvCxnSpPr>
            <a:cxnSpLocks/>
          </p:cNvCxnSpPr>
          <p:nvPr/>
        </p:nvCxnSpPr>
        <p:spPr>
          <a:xfrm flipH="1">
            <a:off x="0" y="787179"/>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15D9130-12F6-DFB8-70EF-9ACBA9FDECB0}"/>
              </a:ext>
            </a:extLst>
          </p:cNvPr>
          <p:cNvCxnSpPr>
            <a:cxnSpLocks/>
          </p:cNvCxnSpPr>
          <p:nvPr/>
        </p:nvCxnSpPr>
        <p:spPr>
          <a:xfrm>
            <a:off x="0" y="5274530"/>
            <a:ext cx="12192000" cy="0"/>
          </a:xfrm>
          <a:prstGeom prst="line">
            <a:avLst/>
          </a:prstGeom>
          <a:ln w="9525">
            <a:solidFill>
              <a:schemeClr val="bg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36794757"/>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obj" preserve="1">
  <p:cSld name="Quot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hasCustomPrompt="1"/>
          </p:nvPr>
        </p:nvSpPr>
        <p:spPr>
          <a:xfrm>
            <a:off x="590288" y="5232212"/>
            <a:ext cx="10515600" cy="749808"/>
          </a:xfrm>
        </p:spPr>
        <p:txBody>
          <a:bodyPr anchor="ctr">
            <a:normAutofit/>
          </a:bodyPr>
          <a:lstStyle>
            <a:lvl1pPr>
              <a:defRPr sz="1600" cap="all" baseline="0">
                <a:solidFill>
                  <a:schemeClr val="tx2"/>
                </a:solidFill>
                <a:latin typeface="+mn-lt"/>
              </a:defRPr>
            </a:lvl1pPr>
          </a:lstStyle>
          <a:p>
            <a:r>
              <a:rPr lang="en-US" dirty="0"/>
              <a:t>Quote author</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320040" y="380011"/>
            <a:ext cx="9400032" cy="4164557"/>
          </a:xfrm>
        </p:spPr>
        <p:txBody>
          <a:bodyPr anchor="t">
            <a:normAutofit/>
          </a:bodyPr>
          <a:lstStyle>
            <a:lvl1pPr marL="274320" indent="-274320">
              <a:lnSpc>
                <a:spcPct val="80000"/>
              </a:lnSpc>
              <a:buNone/>
              <a:defRPr sz="6000" cap="none" baseline="0">
                <a:solidFill>
                  <a:schemeClr val="accent1"/>
                </a:solidFill>
                <a:latin typeface="+mj-lt"/>
              </a:defRPr>
            </a:lvl1pPr>
            <a:lvl2pPr marL="274320" indent="-274320">
              <a:lnSpc>
                <a:spcPct val="80000"/>
              </a:lnSpc>
              <a:buNone/>
              <a:defRPr sz="5400" cap="none" baseline="0">
                <a:solidFill>
                  <a:schemeClr val="accent1"/>
                </a:solidFill>
                <a:latin typeface="+mj-lt"/>
              </a:defRPr>
            </a:lvl2pPr>
            <a:lvl3pPr marL="274320" indent="-274320">
              <a:lnSpc>
                <a:spcPct val="80000"/>
              </a:lnSpc>
              <a:buNone/>
              <a:defRPr sz="4800" cap="none" baseline="0">
                <a:solidFill>
                  <a:schemeClr val="accent1"/>
                </a:solidFill>
                <a:latin typeface="+mj-lt"/>
              </a:defRPr>
            </a:lvl3pPr>
            <a:lvl4pPr marL="274320" indent="-274320">
              <a:lnSpc>
                <a:spcPct val="80000"/>
              </a:lnSpc>
              <a:buNone/>
              <a:defRPr sz="4400" cap="none" baseline="0">
                <a:solidFill>
                  <a:schemeClr val="accent1"/>
                </a:solidFill>
                <a:latin typeface="+mj-lt"/>
              </a:defRPr>
            </a:lvl4pPr>
            <a:lvl5pPr marL="274320" indent="-274320">
              <a:lnSpc>
                <a:spcPct val="80000"/>
              </a:lnSpc>
              <a:buNone/>
              <a:defRPr sz="4400" cap="none" baseline="0">
                <a:solidFill>
                  <a:schemeClr val="accent1"/>
                </a:solidFill>
                <a:latin typeface="+mj-lt"/>
              </a:defRPr>
            </a:lvl5pPr>
          </a:lstStyle>
          <a:p>
            <a:pPr lvl="0"/>
            <a:r>
              <a:rPr lang="en-US" dirty="0"/>
              <a:t>Click to edit quote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590287" y="6263640"/>
            <a:ext cx="2962656" cy="411480"/>
          </a:xfrm>
        </p:spPr>
        <p:txBody>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6263640"/>
            <a:ext cx="2151180" cy="411480"/>
          </a:xfrm>
        </p:spPr>
        <p:txBody>
          <a:bodyPr/>
          <a:lstStyle>
            <a:lvl1pPr>
              <a:defRPr>
                <a:solidFill>
                  <a:schemeClr val="tx2"/>
                </a:solidFill>
              </a:defRPr>
            </a:lvl1pPr>
          </a:lstStyle>
          <a:p>
            <a:fld id="{C5523C14-B8E0-486C-AF8F-4829635E6A50}" type="datetime1">
              <a:rPr lang="en-US" smtClean="0"/>
              <a:t>10/23/2025</a:t>
            </a:fld>
            <a:endParaRPr lang="en-US" dirty="0"/>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263640"/>
            <a:ext cx="546447" cy="411480"/>
          </a:xfrm>
        </p:spPr>
        <p:txBody>
          <a:bodyPr/>
          <a:lstStyle>
            <a:lvl1pPr>
              <a:defRPr>
                <a:solidFill>
                  <a:schemeClr val="tx2"/>
                </a:solidFill>
              </a:defRPr>
            </a:lvl1pPr>
          </a:lstStyle>
          <a:p>
            <a:fld id="{753D0FD4-819D-4187-8797-C35567B41C78}" type="slidenum">
              <a:rPr lang="en-US" smtClean="0"/>
              <a:t>‹#›</a:t>
            </a:fld>
            <a:endParaRPr lang="en-US"/>
          </a:p>
        </p:txBody>
      </p:sp>
      <p:cxnSp>
        <p:nvCxnSpPr>
          <p:cNvPr id="12" name="Straight Connector 11">
            <a:extLst>
              <a:ext uri="{FF2B5EF4-FFF2-40B4-BE49-F238E27FC236}">
                <a16:creationId xmlns:a16="http://schemas.microsoft.com/office/drawing/2014/main" id="{AC9507B5-45FD-E0F8-4B50-156739F3ED87}"/>
              </a:ext>
            </a:extLst>
          </p:cNvPr>
          <p:cNvCxnSpPr>
            <a:cxnSpLocks/>
          </p:cNvCxnSpPr>
          <p:nvPr/>
        </p:nvCxnSpPr>
        <p:spPr>
          <a:xfrm>
            <a:off x="0" y="4862741"/>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5123653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Quote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hasCustomPrompt="1"/>
          </p:nvPr>
        </p:nvSpPr>
        <p:spPr>
          <a:xfrm>
            <a:off x="713232" y="5451105"/>
            <a:ext cx="9299448" cy="1005109"/>
          </a:xfrm>
        </p:spPr>
        <p:txBody>
          <a:bodyPr anchor="ctr">
            <a:normAutofit/>
          </a:bodyPr>
          <a:lstStyle>
            <a:lvl1pPr>
              <a:defRPr sz="2000" cap="none" baseline="0">
                <a:solidFill>
                  <a:schemeClr val="tx2"/>
                </a:solidFill>
                <a:latin typeface="+mn-lt"/>
              </a:defRPr>
            </a:lvl1pPr>
          </a:lstStyle>
          <a:p>
            <a:r>
              <a:rPr lang="en-US" dirty="0"/>
              <a:t>Quote Author</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320040" y="1124712"/>
            <a:ext cx="9692640" cy="4187952"/>
          </a:xfrm>
        </p:spPr>
        <p:txBody>
          <a:bodyPr>
            <a:normAutofit/>
          </a:bodyPr>
          <a:lstStyle>
            <a:lvl1pPr marL="274320" indent="-274320">
              <a:lnSpc>
                <a:spcPct val="70000"/>
              </a:lnSpc>
              <a:buNone/>
              <a:defRPr sz="9600" cap="all" baseline="0">
                <a:solidFill>
                  <a:schemeClr val="tx2">
                    <a:lumMod val="75000"/>
                  </a:schemeClr>
                </a:solidFill>
                <a:latin typeface="+mj-lt"/>
              </a:defRPr>
            </a:lvl1pPr>
            <a:lvl2pPr marL="274320" indent="-274320">
              <a:lnSpc>
                <a:spcPct val="70000"/>
              </a:lnSpc>
              <a:buNone/>
              <a:defRPr sz="8800" cap="all" baseline="0">
                <a:solidFill>
                  <a:schemeClr val="accent2">
                    <a:lumMod val="20000"/>
                    <a:lumOff val="80000"/>
                  </a:schemeClr>
                </a:solidFill>
                <a:latin typeface="+mj-lt"/>
              </a:defRPr>
            </a:lvl2pPr>
            <a:lvl3pPr marL="274320" indent="-274320">
              <a:lnSpc>
                <a:spcPct val="70000"/>
              </a:lnSpc>
              <a:buNone/>
              <a:defRPr sz="8000" cap="all" baseline="0">
                <a:solidFill>
                  <a:schemeClr val="accent2">
                    <a:lumMod val="20000"/>
                    <a:lumOff val="80000"/>
                  </a:schemeClr>
                </a:solidFill>
                <a:latin typeface="+mj-lt"/>
              </a:defRPr>
            </a:lvl3pPr>
            <a:lvl4pPr marL="274320" indent="-274320">
              <a:lnSpc>
                <a:spcPct val="70000"/>
              </a:lnSpc>
              <a:buNone/>
              <a:defRPr sz="7200" cap="all" baseline="0">
                <a:solidFill>
                  <a:schemeClr val="accent2">
                    <a:lumMod val="20000"/>
                    <a:lumOff val="80000"/>
                  </a:schemeClr>
                </a:solidFill>
                <a:latin typeface="+mj-lt"/>
              </a:defRPr>
            </a:lvl4pPr>
            <a:lvl5pPr marL="274320" indent="-274320">
              <a:lnSpc>
                <a:spcPct val="70000"/>
              </a:lnSpc>
              <a:buNone/>
              <a:defRPr sz="7200" cap="all" baseline="0">
                <a:solidFill>
                  <a:schemeClr val="accent2">
                    <a:lumMod val="20000"/>
                    <a:lumOff val="80000"/>
                  </a:schemeClr>
                </a:solidFill>
                <a:latin typeface="+mj-lt"/>
              </a:defRPr>
            </a:lvl5pPr>
          </a:lstStyle>
          <a:p>
            <a:pPr lvl="0"/>
            <a:r>
              <a:rPr lang="en-US" dirty="0"/>
              <a:t>Click to edit Quote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2443788" cy="411480"/>
          </a:xfrm>
        </p:spPr>
        <p:txBody>
          <a:bodyPr/>
          <a:lstStyle>
            <a:lvl1pPr>
              <a:defRPr>
                <a:solidFill>
                  <a:schemeClr val="tx2"/>
                </a:solidFill>
              </a:defRPr>
            </a:lvl1pPr>
          </a:lstStyle>
          <a:p>
            <a:fld id="{44572B0E-9936-490C-85D7-20C76E88EE7A}" type="datetime1">
              <a:rPr lang="en-US" smtClean="0"/>
              <a:t>10/23/2025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lvl1pPr>
              <a:defRPr>
                <a:solidFill>
                  <a:schemeClr val="tx2"/>
                </a:solidFill>
              </a:defRPr>
            </a:lvl1p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1660C7B9-B6D9-6FB6-59EE-D9DB3BC93758}"/>
              </a:ext>
            </a:extLst>
          </p:cNvPr>
          <p:cNvCxnSpPr>
            <a:cxnSpLocks/>
          </p:cNvCxnSpPr>
          <p:nvPr/>
        </p:nvCxnSpPr>
        <p:spPr>
          <a:xfrm flipH="1">
            <a:off x="0" y="787179"/>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32845887"/>
      </p:ext>
    </p:extLst>
  </p:cSld>
  <p:clrMapOvr>
    <a:overrideClrMapping bg1="dk1" tx1="lt1" bg2="dk2" tx2="lt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obj" preserve="1">
  <p:cSld name="Quot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hasCustomPrompt="1"/>
          </p:nvPr>
        </p:nvSpPr>
        <p:spPr>
          <a:xfrm>
            <a:off x="521900" y="5209160"/>
            <a:ext cx="10698480" cy="832104"/>
          </a:xfrm>
        </p:spPr>
        <p:txBody>
          <a:bodyPr anchor="ctr">
            <a:normAutofit/>
          </a:bodyPr>
          <a:lstStyle>
            <a:lvl1pPr>
              <a:defRPr sz="2800" cap="all" baseline="0">
                <a:solidFill>
                  <a:schemeClr val="accent1"/>
                </a:solidFill>
                <a:latin typeface="+mj-lt"/>
              </a:defRPr>
            </a:lvl1pPr>
          </a:lstStyle>
          <a:p>
            <a:r>
              <a:rPr lang="en-US" dirty="0"/>
              <a:t>Quote author</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320040" y="749808"/>
            <a:ext cx="9400032" cy="3867912"/>
          </a:xfrm>
        </p:spPr>
        <p:txBody>
          <a:bodyPr>
            <a:normAutofit/>
          </a:bodyPr>
          <a:lstStyle>
            <a:lvl1pPr marL="182880" indent="-182880">
              <a:lnSpc>
                <a:spcPct val="100000"/>
              </a:lnSpc>
              <a:buNone/>
              <a:defRPr sz="4000" cap="none" baseline="0">
                <a:solidFill>
                  <a:schemeClr val="tx2"/>
                </a:solidFill>
                <a:latin typeface="+mn-lt"/>
              </a:defRPr>
            </a:lvl1pPr>
            <a:lvl2pPr marL="182880" indent="-182880">
              <a:lnSpc>
                <a:spcPct val="100000"/>
              </a:lnSpc>
              <a:buNone/>
              <a:defRPr sz="3600" cap="none" baseline="0">
                <a:solidFill>
                  <a:schemeClr val="tx2"/>
                </a:solidFill>
                <a:latin typeface="+mn-lt"/>
              </a:defRPr>
            </a:lvl2pPr>
            <a:lvl3pPr marL="182880" indent="-182880">
              <a:lnSpc>
                <a:spcPct val="100000"/>
              </a:lnSpc>
              <a:buNone/>
              <a:defRPr sz="3200" cap="none" baseline="0">
                <a:solidFill>
                  <a:schemeClr val="tx2"/>
                </a:solidFill>
                <a:latin typeface="+mn-lt"/>
              </a:defRPr>
            </a:lvl3pPr>
            <a:lvl4pPr marL="182880" indent="-182880">
              <a:lnSpc>
                <a:spcPct val="100000"/>
              </a:lnSpc>
              <a:buNone/>
              <a:defRPr sz="2800" cap="none" baseline="0">
                <a:solidFill>
                  <a:schemeClr val="tx2"/>
                </a:solidFill>
                <a:latin typeface="+mn-lt"/>
              </a:defRPr>
            </a:lvl4pPr>
            <a:lvl5pPr marL="182880" indent="-182880">
              <a:lnSpc>
                <a:spcPct val="100000"/>
              </a:lnSpc>
              <a:buNone/>
              <a:defRPr sz="2800" cap="none" baseline="0">
                <a:solidFill>
                  <a:schemeClr val="tx2"/>
                </a:solidFill>
                <a:latin typeface="+mn-lt"/>
              </a:defRPr>
            </a:lvl5pPr>
          </a:lstStyle>
          <a:p>
            <a:pPr lvl="0"/>
            <a:r>
              <a:rPr lang="en-US" dirty="0"/>
              <a:t>Click to edit Quote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lvl1pPr>
              <a:defRPr>
                <a:solidFill>
                  <a:schemeClr val="tx2"/>
                </a:solidFill>
              </a:defRPr>
            </a:lvl1pPr>
          </a:lstStyle>
          <a:p>
            <a:fld id="{18ECF368-9FBC-4241-9AEA-ADD9AF02F7A8}" type="datetime1">
              <a:rPr lang="en-US" smtClean="0"/>
              <a:t>10/23/2025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lvl1pPr>
              <a:defRPr>
                <a:solidFill>
                  <a:schemeClr val="tx2"/>
                </a:solidFill>
              </a:defRPr>
            </a:lvl1p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CE49C774-4A6A-D32B-59FA-2442E2B308E5}"/>
              </a:ext>
            </a:extLst>
          </p:cNvPr>
          <p:cNvCxnSpPr>
            <a:cxnSpLocks/>
          </p:cNvCxnSpPr>
          <p:nvPr/>
        </p:nvCxnSpPr>
        <p:spPr>
          <a:xfrm>
            <a:off x="0" y="5062769"/>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4B23A142-B021-C473-CBA7-E0C9AA4E71D5}"/>
              </a:ext>
            </a:extLst>
          </p:cNvPr>
          <p:cNvCxnSpPr>
            <a:cxnSpLocks/>
          </p:cNvCxnSpPr>
          <p:nvPr/>
        </p:nvCxnSpPr>
        <p:spPr>
          <a:xfrm>
            <a:off x="0" y="6066955"/>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7145439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594AB-EF90-9591-5954-F617B83D139F}"/>
              </a:ext>
            </a:extLst>
          </p:cNvPr>
          <p:cNvSpPr>
            <a:spLocks noGrp="1"/>
          </p:cNvSpPr>
          <p:nvPr>
            <p:ph type="title"/>
          </p:nvPr>
        </p:nvSpPr>
        <p:spPr>
          <a:xfrm>
            <a:off x="320559" y="685800"/>
            <a:ext cx="11253668" cy="66569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0" name="Footer Placeholder 9">
            <a:extLst>
              <a:ext uri="{FF2B5EF4-FFF2-40B4-BE49-F238E27FC236}">
                <a16:creationId xmlns:a16="http://schemas.microsoft.com/office/drawing/2014/main" id="{96A57BED-3AFE-6AA9-E0D5-586748D61F6A}"/>
              </a:ext>
            </a:extLst>
          </p:cNvPr>
          <p:cNvSpPr>
            <a:spLocks noGrp="1"/>
          </p:cNvSpPr>
          <p:nvPr>
            <p:ph type="ftr" sz="quarter" idx="11"/>
          </p:nvPr>
        </p:nvSpPr>
        <p:spPr/>
        <p:txBody>
          <a:bodyPr/>
          <a:lstStyle/>
          <a:p>
            <a:r>
              <a:rPr lang="en-US" dirty="0"/>
              <a:t>Footer Text</a:t>
            </a:r>
          </a:p>
        </p:txBody>
      </p:sp>
      <p:sp>
        <p:nvSpPr>
          <p:cNvPr id="9" name="Date Placeholder 8">
            <a:extLst>
              <a:ext uri="{FF2B5EF4-FFF2-40B4-BE49-F238E27FC236}">
                <a16:creationId xmlns:a16="http://schemas.microsoft.com/office/drawing/2014/main" id="{47C21221-DC95-273B-0C4F-43B35ADA1C0E}"/>
              </a:ext>
            </a:extLst>
          </p:cNvPr>
          <p:cNvSpPr>
            <a:spLocks noGrp="1"/>
          </p:cNvSpPr>
          <p:nvPr>
            <p:ph type="dt" sz="half" idx="10"/>
          </p:nvPr>
        </p:nvSpPr>
        <p:spPr/>
        <p:txBody>
          <a:bodyPr/>
          <a:lstStyle/>
          <a:p>
            <a:fld id="{9EAD527F-9C49-4481-A18C-80BA2EA99E79}" type="datetime1">
              <a:rPr lang="en-US" smtClean="0"/>
              <a:t>10/23/2025</a:t>
            </a:fld>
            <a:endParaRPr lang="en-US"/>
          </a:p>
        </p:txBody>
      </p:sp>
      <p:sp>
        <p:nvSpPr>
          <p:cNvPr id="11" name="Slide Number Placeholder 10">
            <a:extLst>
              <a:ext uri="{FF2B5EF4-FFF2-40B4-BE49-F238E27FC236}">
                <a16:creationId xmlns:a16="http://schemas.microsoft.com/office/drawing/2014/main" id="{2E44E859-99AA-D46F-1AD8-4C0F287F3783}"/>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F2C3231F-0FFC-E2BB-36F8-9816E4DECEB6}"/>
              </a:ext>
            </a:extLst>
          </p:cNvPr>
          <p:cNvSpPr>
            <a:spLocks noGrp="1"/>
          </p:cNvSpPr>
          <p:nvPr>
            <p:ph sz="half" idx="1"/>
          </p:nvPr>
        </p:nvSpPr>
        <p:spPr>
          <a:xfrm>
            <a:off x="317773" y="1773857"/>
            <a:ext cx="5349240" cy="44531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193CC2C1-ED8C-D52E-BEF5-671EDC62385A}"/>
              </a:ext>
            </a:extLst>
          </p:cNvPr>
          <p:cNvSpPr>
            <a:spLocks noGrp="1"/>
          </p:cNvSpPr>
          <p:nvPr>
            <p:ph sz="half" idx="2"/>
          </p:nvPr>
        </p:nvSpPr>
        <p:spPr>
          <a:xfrm>
            <a:off x="6224987" y="1773858"/>
            <a:ext cx="5349240" cy="44531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a:extLst>
              <a:ext uri="{FF2B5EF4-FFF2-40B4-BE49-F238E27FC236}">
                <a16:creationId xmlns:a16="http://schemas.microsoft.com/office/drawing/2014/main" id="{2397169B-5226-712F-36F4-352E56B637D4}"/>
              </a:ext>
            </a:extLst>
          </p:cNvPr>
          <p:cNvCxnSpPr>
            <a:cxnSpLocks/>
          </p:cNvCxnSpPr>
          <p:nvPr/>
        </p:nvCxnSpPr>
        <p:spPr>
          <a:xfrm>
            <a:off x="0" y="144282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5581847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4958D-8125-1BDA-53C9-9E2D338832F5}"/>
              </a:ext>
            </a:extLst>
          </p:cNvPr>
          <p:cNvSpPr>
            <a:spLocks noGrp="1"/>
          </p:cNvSpPr>
          <p:nvPr>
            <p:ph type="title"/>
          </p:nvPr>
        </p:nvSpPr>
        <p:spPr>
          <a:xfrm>
            <a:off x="317772" y="685800"/>
            <a:ext cx="11256264" cy="667512"/>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Footer Placeholder 7">
            <a:extLst>
              <a:ext uri="{FF2B5EF4-FFF2-40B4-BE49-F238E27FC236}">
                <a16:creationId xmlns:a16="http://schemas.microsoft.com/office/drawing/2014/main" id="{7D294A4A-89C4-68BF-6701-5C47F940E3D6}"/>
              </a:ext>
            </a:extLst>
          </p:cNvPr>
          <p:cNvSpPr>
            <a:spLocks noGrp="1"/>
          </p:cNvSpPr>
          <p:nvPr>
            <p:ph type="ftr" sz="quarter" idx="11"/>
          </p:nvPr>
        </p:nvSpPr>
        <p:spPr/>
        <p:txBody>
          <a:bodyPr/>
          <a:lstStyle/>
          <a:p>
            <a:r>
              <a:rPr lang="en-US" dirty="0"/>
              <a:t>Footer Text</a:t>
            </a:r>
          </a:p>
        </p:txBody>
      </p:sp>
      <p:sp>
        <p:nvSpPr>
          <p:cNvPr id="7" name="Date Placeholder 6">
            <a:extLst>
              <a:ext uri="{FF2B5EF4-FFF2-40B4-BE49-F238E27FC236}">
                <a16:creationId xmlns:a16="http://schemas.microsoft.com/office/drawing/2014/main" id="{977908BC-F48B-81E4-8D93-7DB9E37161B6}"/>
              </a:ext>
            </a:extLst>
          </p:cNvPr>
          <p:cNvSpPr>
            <a:spLocks noGrp="1"/>
          </p:cNvSpPr>
          <p:nvPr>
            <p:ph type="dt" sz="half" idx="10"/>
          </p:nvPr>
        </p:nvSpPr>
        <p:spPr/>
        <p:txBody>
          <a:bodyPr/>
          <a:lstStyle/>
          <a:p>
            <a:fld id="{F38039EB-95FD-42A0-BF06-87A9D15142C9}" type="datetime1">
              <a:rPr lang="en-US" smtClean="0"/>
              <a:t>10/23/2025</a:t>
            </a:fld>
            <a:endParaRPr lang="en-US"/>
          </a:p>
        </p:txBody>
      </p:sp>
      <p:sp>
        <p:nvSpPr>
          <p:cNvPr id="9" name="Slide Number Placeholder 8">
            <a:extLst>
              <a:ext uri="{FF2B5EF4-FFF2-40B4-BE49-F238E27FC236}">
                <a16:creationId xmlns:a16="http://schemas.microsoft.com/office/drawing/2014/main" id="{27F93A54-CB38-BEAF-260B-84EDDF3011D2}"/>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3" name="Text Placeholder 2">
            <a:extLst>
              <a:ext uri="{FF2B5EF4-FFF2-40B4-BE49-F238E27FC236}">
                <a16:creationId xmlns:a16="http://schemas.microsoft.com/office/drawing/2014/main" id="{7709FF10-A82A-AAEB-4B8C-921F3BA2028E}"/>
              </a:ext>
            </a:extLst>
          </p:cNvPr>
          <p:cNvSpPr>
            <a:spLocks noGrp="1"/>
          </p:cNvSpPr>
          <p:nvPr>
            <p:ph type="body" idx="1"/>
          </p:nvPr>
        </p:nvSpPr>
        <p:spPr>
          <a:xfrm>
            <a:off x="317773" y="1773857"/>
            <a:ext cx="5349064" cy="590144"/>
          </a:xfrm>
        </p:spPr>
        <p:txBody>
          <a:bodyPr anchor="b">
            <a:normAutofit/>
          </a:bodyPr>
          <a:lstStyle>
            <a:lvl1pPr marL="0" indent="0">
              <a:buNone/>
              <a:defRPr sz="18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84D3C6A-509A-8CB1-B220-1CE755BE2FE8}"/>
              </a:ext>
            </a:extLst>
          </p:cNvPr>
          <p:cNvSpPr>
            <a:spLocks noGrp="1"/>
          </p:cNvSpPr>
          <p:nvPr>
            <p:ph sz="half" idx="2"/>
          </p:nvPr>
        </p:nvSpPr>
        <p:spPr>
          <a:xfrm>
            <a:off x="317773" y="2368476"/>
            <a:ext cx="5349064" cy="3858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A627A15-4AB2-F230-22C7-0605AFD7DF22}"/>
              </a:ext>
            </a:extLst>
          </p:cNvPr>
          <p:cNvSpPr>
            <a:spLocks noGrp="1"/>
          </p:cNvSpPr>
          <p:nvPr>
            <p:ph type="body" sz="quarter" idx="3"/>
          </p:nvPr>
        </p:nvSpPr>
        <p:spPr>
          <a:xfrm>
            <a:off x="6224796" y="1773857"/>
            <a:ext cx="5349240" cy="590144"/>
          </a:xfrm>
        </p:spPr>
        <p:txBody>
          <a:bodyPr anchor="b">
            <a:normAutofit/>
          </a:bodyPr>
          <a:lstStyle>
            <a:lvl1pPr marL="0" indent="0">
              <a:buNone/>
              <a:defRPr sz="18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61ECFD5-92D0-1854-D18E-8BC5DF56A70E}"/>
              </a:ext>
            </a:extLst>
          </p:cNvPr>
          <p:cNvSpPr>
            <a:spLocks noGrp="1"/>
          </p:cNvSpPr>
          <p:nvPr>
            <p:ph sz="quarter" idx="4"/>
          </p:nvPr>
        </p:nvSpPr>
        <p:spPr>
          <a:xfrm>
            <a:off x="6224796" y="2368476"/>
            <a:ext cx="5349240" cy="3858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a:extLst>
              <a:ext uri="{FF2B5EF4-FFF2-40B4-BE49-F238E27FC236}">
                <a16:creationId xmlns:a16="http://schemas.microsoft.com/office/drawing/2014/main" id="{3D1AC07E-A077-E2A6-1718-DDDA542A8A98}"/>
              </a:ext>
            </a:extLst>
          </p:cNvPr>
          <p:cNvCxnSpPr>
            <a:cxnSpLocks/>
          </p:cNvCxnSpPr>
          <p:nvPr/>
        </p:nvCxnSpPr>
        <p:spPr>
          <a:xfrm>
            <a:off x="0" y="144282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9937547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17042-CDCB-3B2F-8C5B-24B17903E7D2}"/>
              </a:ext>
            </a:extLst>
          </p:cNvPr>
          <p:cNvSpPr>
            <a:spLocks noGrp="1"/>
          </p:cNvSpPr>
          <p:nvPr>
            <p:ph type="title"/>
          </p:nvPr>
        </p:nvSpPr>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4" name="Footer Placeholder 3">
            <a:extLst>
              <a:ext uri="{FF2B5EF4-FFF2-40B4-BE49-F238E27FC236}">
                <a16:creationId xmlns:a16="http://schemas.microsoft.com/office/drawing/2014/main" id="{3BA4C6AE-702E-258F-EA5E-02906C70DFD8}"/>
              </a:ext>
            </a:extLst>
          </p:cNvPr>
          <p:cNvSpPr>
            <a:spLocks noGrp="1"/>
          </p:cNvSpPr>
          <p:nvPr>
            <p:ph type="ftr" sz="quarter" idx="11"/>
          </p:nvPr>
        </p:nvSpPr>
        <p:spPr/>
        <p:txBody>
          <a:bodyPr/>
          <a:lstStyle/>
          <a:p>
            <a:r>
              <a:rPr lang="en-US" dirty="0"/>
              <a:t>Footer Text</a:t>
            </a:r>
          </a:p>
        </p:txBody>
      </p:sp>
      <p:sp>
        <p:nvSpPr>
          <p:cNvPr id="3" name="Date Placeholder 2">
            <a:extLst>
              <a:ext uri="{FF2B5EF4-FFF2-40B4-BE49-F238E27FC236}">
                <a16:creationId xmlns:a16="http://schemas.microsoft.com/office/drawing/2014/main" id="{12339AE3-ADB1-728F-9FBA-2FD43A0AC300}"/>
              </a:ext>
            </a:extLst>
          </p:cNvPr>
          <p:cNvSpPr>
            <a:spLocks noGrp="1"/>
          </p:cNvSpPr>
          <p:nvPr>
            <p:ph type="dt" sz="half" idx="10"/>
          </p:nvPr>
        </p:nvSpPr>
        <p:spPr/>
        <p:txBody>
          <a:bodyPr/>
          <a:lstStyle/>
          <a:p>
            <a:fld id="{6819701D-AA71-4F6F-B74A-236E07E9ABE4}" type="datetime1">
              <a:rPr lang="en-US" smtClean="0"/>
              <a:t>10/23/2025</a:t>
            </a:fld>
            <a:endParaRPr lang="en-US"/>
          </a:p>
        </p:txBody>
      </p:sp>
      <p:sp>
        <p:nvSpPr>
          <p:cNvPr id="5" name="Slide Number Placeholder 4">
            <a:extLst>
              <a:ext uri="{FF2B5EF4-FFF2-40B4-BE49-F238E27FC236}">
                <a16:creationId xmlns:a16="http://schemas.microsoft.com/office/drawing/2014/main" id="{FD965F4B-E6CF-D83A-1F1B-81274FD57428}"/>
              </a:ext>
            </a:extLst>
          </p:cNvPr>
          <p:cNvSpPr>
            <a:spLocks noGrp="1"/>
          </p:cNvSpPr>
          <p:nvPr>
            <p:ph type="sldNum" sz="quarter" idx="12"/>
          </p:nvPr>
        </p:nvSpPr>
        <p:spPr/>
        <p:txBody>
          <a:bodyPr/>
          <a:lstStyle/>
          <a:p>
            <a:fld id="{753D0FD4-819D-4187-8797-C35567B41C78}" type="slidenum">
              <a:rPr lang="en-US" smtClean="0"/>
              <a:t>‹#›</a:t>
            </a:fld>
            <a:endParaRPr lang="en-US"/>
          </a:p>
        </p:txBody>
      </p:sp>
    </p:spTree>
    <p:extLst>
      <p:ext uri="{BB962C8B-B14F-4D97-AF65-F5344CB8AC3E}">
        <p14:creationId xmlns:p14="http://schemas.microsoft.com/office/powerpoint/2010/main" val="308201701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5E52550-02A6-D7FB-DD57-70C87BAA4FE2}"/>
              </a:ext>
            </a:extLst>
          </p:cNvPr>
          <p:cNvSpPr>
            <a:spLocks noGrp="1"/>
          </p:cNvSpPr>
          <p:nvPr>
            <p:ph type="ftr" sz="quarter" idx="11"/>
          </p:nvPr>
        </p:nvSpPr>
        <p:spPr/>
        <p:txBody>
          <a:bodyPr/>
          <a:lstStyle/>
          <a:p>
            <a:r>
              <a:rPr lang="en-US" dirty="0"/>
              <a:t>Footer Text</a:t>
            </a:r>
          </a:p>
        </p:txBody>
      </p:sp>
      <p:sp>
        <p:nvSpPr>
          <p:cNvPr id="2" name="Date Placeholder 1">
            <a:extLst>
              <a:ext uri="{FF2B5EF4-FFF2-40B4-BE49-F238E27FC236}">
                <a16:creationId xmlns:a16="http://schemas.microsoft.com/office/drawing/2014/main" id="{B402D272-B561-7F82-06FB-C5DE719AAE9A}"/>
              </a:ext>
            </a:extLst>
          </p:cNvPr>
          <p:cNvSpPr>
            <a:spLocks noGrp="1"/>
          </p:cNvSpPr>
          <p:nvPr>
            <p:ph type="dt" sz="half" idx="10"/>
          </p:nvPr>
        </p:nvSpPr>
        <p:spPr/>
        <p:txBody>
          <a:bodyPr/>
          <a:lstStyle/>
          <a:p>
            <a:fld id="{A886D589-8B08-4190-9F3B-BA01ED2999CB}" type="datetime1">
              <a:rPr lang="en-US" smtClean="0"/>
              <a:t>10/23/2025</a:t>
            </a:fld>
            <a:endParaRPr lang="en-US"/>
          </a:p>
        </p:txBody>
      </p:sp>
      <p:sp>
        <p:nvSpPr>
          <p:cNvPr id="4" name="Slide Number Placeholder 3">
            <a:extLst>
              <a:ext uri="{FF2B5EF4-FFF2-40B4-BE49-F238E27FC236}">
                <a16:creationId xmlns:a16="http://schemas.microsoft.com/office/drawing/2014/main" id="{A7EF0FF0-3A36-A128-D75E-71A4B54CB6CD}"/>
              </a:ext>
            </a:extLst>
          </p:cNvPr>
          <p:cNvSpPr>
            <a:spLocks noGrp="1"/>
          </p:cNvSpPr>
          <p:nvPr>
            <p:ph type="sldNum" sz="quarter" idx="12"/>
          </p:nvPr>
        </p:nvSpPr>
        <p:spPr/>
        <p:txBody>
          <a:bodyPr/>
          <a:lstStyle/>
          <a:p>
            <a:fld id="{753D0FD4-819D-4187-8797-C35567B41C78}" type="slidenum">
              <a:rPr lang="en-US" smtClean="0"/>
              <a:t>‹#›</a:t>
            </a:fld>
            <a:endParaRPr lang="en-US"/>
          </a:p>
        </p:txBody>
      </p:sp>
    </p:spTree>
    <p:extLst>
      <p:ext uri="{BB962C8B-B14F-4D97-AF65-F5344CB8AC3E}">
        <p14:creationId xmlns:p14="http://schemas.microsoft.com/office/powerpoint/2010/main" val="424520018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BEA7-A772-B39C-F049-D8BA2D3F4EF5}"/>
              </a:ext>
            </a:extLst>
          </p:cNvPr>
          <p:cNvSpPr>
            <a:spLocks noGrp="1"/>
          </p:cNvSpPr>
          <p:nvPr>
            <p:ph type="title"/>
          </p:nvPr>
        </p:nvSpPr>
        <p:spPr>
          <a:xfrm>
            <a:off x="317774" y="1092200"/>
            <a:ext cx="3749040" cy="2907792"/>
          </a:xfrm>
        </p:spPr>
        <p:txBody>
          <a:bodyPr vert="horz" lIns="91440" tIns="45720" rIns="91440" bIns="45720" rtlCol="0" anchor="t">
            <a:normAutofit/>
          </a:bodyPr>
          <a:lstStyle>
            <a:lvl1pPr>
              <a:defRPr lang="en-US" sz="5400" dirty="0"/>
            </a:lvl1pPr>
          </a:lstStyle>
          <a:p>
            <a:pPr lvl="0"/>
            <a:r>
              <a:rPr lang="en-US"/>
              <a:t>Click to edit Master title style</a:t>
            </a:r>
            <a:endParaRPr lang="en-US" dirty="0"/>
          </a:p>
        </p:txBody>
      </p:sp>
      <p:sp>
        <p:nvSpPr>
          <p:cNvPr id="6" name="Footer Placeholder 5">
            <a:extLst>
              <a:ext uri="{FF2B5EF4-FFF2-40B4-BE49-F238E27FC236}">
                <a16:creationId xmlns:a16="http://schemas.microsoft.com/office/drawing/2014/main" id="{71AADC46-B01E-DA2E-F24C-C48F5253DD00}"/>
              </a:ext>
            </a:extLst>
          </p:cNvPr>
          <p:cNvSpPr>
            <a:spLocks noGrp="1"/>
          </p:cNvSpPr>
          <p:nvPr>
            <p:ph type="ftr" sz="quarter" idx="11"/>
          </p:nvPr>
        </p:nvSpPr>
        <p:spPr/>
        <p:txBody>
          <a:bodyPr/>
          <a:lstStyle/>
          <a:p>
            <a:r>
              <a:rPr lang="en-US" dirty="0"/>
              <a:t>Footer Text</a:t>
            </a:r>
          </a:p>
        </p:txBody>
      </p:sp>
      <p:sp>
        <p:nvSpPr>
          <p:cNvPr id="5" name="Date Placeholder 4">
            <a:extLst>
              <a:ext uri="{FF2B5EF4-FFF2-40B4-BE49-F238E27FC236}">
                <a16:creationId xmlns:a16="http://schemas.microsoft.com/office/drawing/2014/main" id="{B71A6063-F591-A804-79FE-A80AD399139E}"/>
              </a:ext>
            </a:extLst>
          </p:cNvPr>
          <p:cNvSpPr>
            <a:spLocks noGrp="1"/>
          </p:cNvSpPr>
          <p:nvPr>
            <p:ph type="dt" sz="half" idx="10"/>
          </p:nvPr>
        </p:nvSpPr>
        <p:spPr>
          <a:xfrm>
            <a:off x="4974336" y="207982"/>
            <a:ext cx="1921315" cy="413360"/>
          </a:xfrm>
        </p:spPr>
        <p:txBody>
          <a:bodyPr/>
          <a:lstStyle/>
          <a:p>
            <a:fld id="{F550E5DF-8560-4E07-A403-19861023D638}" type="datetime1">
              <a:rPr lang="en-US" smtClean="0"/>
              <a:t>10/23/2025</a:t>
            </a:fld>
            <a:endParaRPr lang="en-US"/>
          </a:p>
        </p:txBody>
      </p:sp>
      <p:sp>
        <p:nvSpPr>
          <p:cNvPr id="7" name="Slide Number Placeholder 6">
            <a:extLst>
              <a:ext uri="{FF2B5EF4-FFF2-40B4-BE49-F238E27FC236}">
                <a16:creationId xmlns:a16="http://schemas.microsoft.com/office/drawing/2014/main" id="{4BEFF439-6DA2-A61B-C94C-BEDC2411D6CC}"/>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4" name="Text Placeholder 3">
            <a:extLst>
              <a:ext uri="{FF2B5EF4-FFF2-40B4-BE49-F238E27FC236}">
                <a16:creationId xmlns:a16="http://schemas.microsoft.com/office/drawing/2014/main" id="{0D5693C4-36AD-07F9-763E-EE5FC9DFB1AD}"/>
              </a:ext>
            </a:extLst>
          </p:cNvPr>
          <p:cNvSpPr>
            <a:spLocks noGrp="1"/>
          </p:cNvSpPr>
          <p:nvPr>
            <p:ph type="body" sz="half" idx="2"/>
          </p:nvPr>
        </p:nvSpPr>
        <p:spPr>
          <a:xfrm>
            <a:off x="317774" y="4096512"/>
            <a:ext cx="3749040" cy="2322576"/>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10FB4614-4148-D757-88D0-D93E5E1EA1A0}"/>
              </a:ext>
            </a:extLst>
          </p:cNvPr>
          <p:cNvSpPr>
            <a:spLocks noGrp="1"/>
          </p:cNvSpPr>
          <p:nvPr>
            <p:ph idx="1"/>
          </p:nvPr>
        </p:nvSpPr>
        <p:spPr>
          <a:xfrm>
            <a:off x="4974336" y="1092200"/>
            <a:ext cx="6858000" cy="534009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4834952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EFA5E-0A3D-E6AD-3C21-DC40BCDEC609}"/>
              </a:ext>
            </a:extLst>
          </p:cNvPr>
          <p:cNvSpPr>
            <a:spLocks noGrp="1"/>
          </p:cNvSpPr>
          <p:nvPr>
            <p:ph type="title"/>
          </p:nvPr>
        </p:nvSpPr>
        <p:spPr>
          <a:xfrm>
            <a:off x="317773" y="1088136"/>
            <a:ext cx="3467048" cy="2905795"/>
          </a:xfrm>
        </p:spPr>
        <p:txBody>
          <a:bodyPr vert="horz" lIns="91440" tIns="45720" rIns="91440" bIns="45720" rtlCol="0" anchor="t">
            <a:normAutofit/>
          </a:bodyPr>
          <a:lstStyle>
            <a:lvl1pPr>
              <a:defRPr lang="en-US" sz="5400" dirty="0"/>
            </a:lvl1pPr>
          </a:lstStyle>
          <a:p>
            <a:pPr lvl="0"/>
            <a:r>
              <a:rPr lang="en-US"/>
              <a:t>Click to edit Master title style</a:t>
            </a:r>
            <a:endParaRPr lang="en-US" dirty="0"/>
          </a:p>
        </p:txBody>
      </p:sp>
      <p:sp>
        <p:nvSpPr>
          <p:cNvPr id="6" name="Footer Placeholder 5">
            <a:extLst>
              <a:ext uri="{FF2B5EF4-FFF2-40B4-BE49-F238E27FC236}">
                <a16:creationId xmlns:a16="http://schemas.microsoft.com/office/drawing/2014/main" id="{E7F485A3-3BFA-4B57-F6E5-5F41542B7BBD}"/>
              </a:ext>
            </a:extLst>
          </p:cNvPr>
          <p:cNvSpPr>
            <a:spLocks noGrp="1"/>
          </p:cNvSpPr>
          <p:nvPr>
            <p:ph type="ftr" sz="quarter" idx="11"/>
          </p:nvPr>
        </p:nvSpPr>
        <p:spPr/>
        <p:txBody>
          <a:bodyPr/>
          <a:lstStyle/>
          <a:p>
            <a:r>
              <a:rPr lang="en-US" dirty="0"/>
              <a:t>Footer Text</a:t>
            </a:r>
          </a:p>
        </p:txBody>
      </p:sp>
      <p:sp>
        <p:nvSpPr>
          <p:cNvPr id="5" name="Date Placeholder 4">
            <a:extLst>
              <a:ext uri="{FF2B5EF4-FFF2-40B4-BE49-F238E27FC236}">
                <a16:creationId xmlns:a16="http://schemas.microsoft.com/office/drawing/2014/main" id="{600AC9F0-6744-73C8-54FC-5C12BA7BF791}"/>
              </a:ext>
            </a:extLst>
          </p:cNvPr>
          <p:cNvSpPr>
            <a:spLocks noGrp="1"/>
          </p:cNvSpPr>
          <p:nvPr>
            <p:ph type="dt" sz="half" idx="10"/>
          </p:nvPr>
        </p:nvSpPr>
        <p:spPr>
          <a:xfrm>
            <a:off x="4292854" y="207982"/>
            <a:ext cx="2605980" cy="413360"/>
          </a:xfrm>
        </p:spPr>
        <p:txBody>
          <a:bodyPr/>
          <a:lstStyle/>
          <a:p>
            <a:fld id="{5629972A-00A4-4626-8EEC-CE2966C6B0BF}" type="datetime1">
              <a:rPr lang="en-US" smtClean="0"/>
              <a:t>10/23/2025</a:t>
            </a:fld>
            <a:endParaRPr lang="en-US" dirty="0"/>
          </a:p>
        </p:txBody>
      </p:sp>
      <p:sp>
        <p:nvSpPr>
          <p:cNvPr id="7" name="Slide Number Placeholder 6">
            <a:extLst>
              <a:ext uri="{FF2B5EF4-FFF2-40B4-BE49-F238E27FC236}">
                <a16:creationId xmlns:a16="http://schemas.microsoft.com/office/drawing/2014/main" id="{31BAB9F6-C801-466A-4C39-23DCB1CD5489}"/>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4" name="Text Placeholder 3">
            <a:extLst>
              <a:ext uri="{FF2B5EF4-FFF2-40B4-BE49-F238E27FC236}">
                <a16:creationId xmlns:a16="http://schemas.microsoft.com/office/drawing/2014/main" id="{7CBA8418-7980-9A18-053B-82E4F16EBD61}"/>
              </a:ext>
            </a:extLst>
          </p:cNvPr>
          <p:cNvSpPr>
            <a:spLocks noGrp="1"/>
          </p:cNvSpPr>
          <p:nvPr>
            <p:ph type="body" sz="half" idx="2"/>
          </p:nvPr>
        </p:nvSpPr>
        <p:spPr>
          <a:xfrm>
            <a:off x="317773" y="4099034"/>
            <a:ext cx="3467048" cy="2325621"/>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126F9F06-BE63-8EE7-74C5-6D0E3F9B7571}"/>
              </a:ext>
            </a:extLst>
          </p:cNvPr>
          <p:cNvSpPr>
            <a:spLocks noGrp="1"/>
          </p:cNvSpPr>
          <p:nvPr>
            <p:ph type="pic" idx="1" hasCustomPrompt="1"/>
          </p:nvPr>
        </p:nvSpPr>
        <p:spPr>
          <a:xfrm>
            <a:off x="4292853" y="793729"/>
            <a:ext cx="7899147" cy="6073107"/>
          </a:xfrm>
          <a:blipFill>
            <a:blip r:embed="rId2">
              <a:alphaModFix amt="80000"/>
            </a:blip>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cxnSp>
        <p:nvCxnSpPr>
          <p:cNvPr id="9" name="Straight Connector 8">
            <a:extLst>
              <a:ext uri="{FF2B5EF4-FFF2-40B4-BE49-F238E27FC236}">
                <a16:creationId xmlns:a16="http://schemas.microsoft.com/office/drawing/2014/main" id="{CA44ED1E-1404-EA59-99E6-D28F5236A529}"/>
              </a:ext>
            </a:extLst>
          </p:cNvPr>
          <p:cNvCxnSpPr>
            <a:cxnSpLocks/>
          </p:cNvCxnSpPr>
          <p:nvPr/>
        </p:nvCxnSpPr>
        <p:spPr>
          <a:xfrm>
            <a:off x="4292853" y="784893"/>
            <a:ext cx="0" cy="607310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0063934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 preserve="1">
  <p:cSld name="Conclusion">
    <p:bg>
      <p:bgRef idx="1001">
        <a:schemeClr val="bg2"/>
      </p:bgRef>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18A45ECA-9413-0F81-085A-48CF6F23E1DC}"/>
              </a:ext>
            </a:extLst>
          </p:cNvPr>
          <p:cNvCxnSpPr>
            <a:cxnSpLocks/>
          </p:cNvCxnSpPr>
          <p:nvPr/>
        </p:nvCxnSpPr>
        <p:spPr>
          <a:xfrm>
            <a:off x="0" y="2118492"/>
            <a:ext cx="12192000" cy="0"/>
          </a:xfrm>
          <a:prstGeom prst="line">
            <a:avLst/>
          </a:prstGeom>
          <a:ln w="9525">
            <a:solidFill>
              <a:schemeClr val="tx1">
                <a:lumMod val="85000"/>
              </a:schemeClr>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832104"/>
            <a:ext cx="11253668" cy="1225296"/>
          </a:xfrm>
        </p:spPr>
        <p:txBody>
          <a:bodyPr>
            <a:normAutofit/>
          </a:bodyPr>
          <a:lstStyle>
            <a:lvl1pPr>
              <a:defRPr sz="8800">
                <a:solidFill>
                  <a:schemeClr val="tx2"/>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263640"/>
            <a:ext cx="2962656" cy="411480"/>
          </a:xfrm>
        </p:spPr>
        <p:txBody>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1" y="6263640"/>
            <a:ext cx="1933553" cy="411480"/>
          </a:xfrm>
        </p:spPr>
        <p:txBody>
          <a:bodyPr/>
          <a:lstStyle>
            <a:lvl1pPr>
              <a:defRPr>
                <a:solidFill>
                  <a:schemeClr val="tx2"/>
                </a:solidFill>
              </a:defRPr>
            </a:lvl1pPr>
          </a:lstStyle>
          <a:p>
            <a:fld id="{12A08923-D58E-4822-B554-6A1173FCE25D}" type="datetime1">
              <a:rPr lang="en-US" smtClean="0"/>
              <a:t>10/23/2025</a:t>
            </a:fld>
            <a:endParaRPr lang="en-US" dirty="0"/>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263640"/>
            <a:ext cx="546447" cy="413360"/>
          </a:xfrm>
        </p:spPr>
        <p:txBody>
          <a:bodyPr/>
          <a:lstStyle>
            <a:lvl1pPr>
              <a:defRPr>
                <a:solidFill>
                  <a:schemeClr val="tx2"/>
                </a:solidFill>
              </a:defRPr>
            </a:lvl1p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7" y="3429001"/>
            <a:ext cx="11253669" cy="2773546"/>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75876163"/>
      </p:ext>
    </p:extLst>
  </p:cSld>
  <p:clrMapOvr>
    <a:overrideClrMapping bg1="dk1" tx1="lt1" bg2="dk2" tx2="lt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type="obj" preserve="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60" y="1270390"/>
            <a:ext cx="7929980" cy="2060888"/>
          </a:xfrm>
        </p:spPr>
        <p:txBody>
          <a:bodyPr>
            <a:normAutofit/>
          </a:bodyPr>
          <a:lstStyle>
            <a:lvl1pPr>
              <a:defRPr sz="880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5" y="3794761"/>
            <a:ext cx="7932765" cy="1531091"/>
          </a:xfrm>
        </p:spPr>
        <p:txBody>
          <a:bodyPr>
            <a:normAutofit/>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p>
            <a:fld id="{F50BF9E0-60DA-4D6D-8F14-825F152220D6}" type="datetime1">
              <a:rPr lang="en-US" smtClean="0"/>
              <a:t>10/23/2025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F4D168F9-DE00-B9C1-AD77-139DA8AF3364}"/>
              </a:ext>
            </a:extLst>
          </p:cNvPr>
          <p:cNvCxnSpPr>
            <a:cxnSpLocks/>
          </p:cNvCxnSpPr>
          <p:nvPr/>
        </p:nvCxnSpPr>
        <p:spPr>
          <a:xfrm>
            <a:off x="0" y="3434907"/>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25646905"/>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C4398EFF-E3C5-E79D-1BD3-016E84949F9C}"/>
              </a:ext>
            </a:extLst>
          </p:cNvPr>
          <p:cNvCxnSpPr>
            <a:cxnSpLocks/>
          </p:cNvCxnSpPr>
          <p:nvPr/>
        </p:nvCxnSpPr>
        <p:spPr>
          <a:xfrm>
            <a:off x="0" y="78956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
        <p:nvSpPr>
          <p:cNvPr id="2" name="Title Placeholder 1">
            <a:extLst>
              <a:ext uri="{FF2B5EF4-FFF2-40B4-BE49-F238E27FC236}">
                <a16:creationId xmlns:a16="http://schemas.microsoft.com/office/drawing/2014/main" id="{66478947-1D67-18A4-7E48-5B4B2F97FBE9}"/>
              </a:ext>
            </a:extLst>
          </p:cNvPr>
          <p:cNvSpPr>
            <a:spLocks noGrp="1"/>
          </p:cNvSpPr>
          <p:nvPr>
            <p:ph type="title"/>
          </p:nvPr>
        </p:nvSpPr>
        <p:spPr>
          <a:xfrm>
            <a:off x="320559" y="935798"/>
            <a:ext cx="11253668" cy="66569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DFE08CA-9517-ABC1-E915-31EA6D7B73C7}"/>
              </a:ext>
            </a:extLst>
          </p:cNvPr>
          <p:cNvSpPr>
            <a:spLocks noGrp="1"/>
          </p:cNvSpPr>
          <p:nvPr>
            <p:ph type="body" idx="1"/>
          </p:nvPr>
        </p:nvSpPr>
        <p:spPr>
          <a:xfrm>
            <a:off x="320559" y="1707581"/>
            <a:ext cx="11253668" cy="484833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00E3983D-E783-AAEC-26DB-4B3F6511C702}"/>
              </a:ext>
            </a:extLst>
          </p:cNvPr>
          <p:cNvSpPr>
            <a:spLocks noGrp="1"/>
          </p:cNvSpPr>
          <p:nvPr>
            <p:ph type="ftr" sz="quarter" idx="3"/>
          </p:nvPr>
        </p:nvSpPr>
        <p:spPr>
          <a:xfrm>
            <a:off x="317773" y="207982"/>
            <a:ext cx="2963692" cy="413360"/>
          </a:xfrm>
          <a:prstGeom prst="rect">
            <a:avLst/>
          </a:prstGeom>
        </p:spPr>
        <p:txBody>
          <a:bodyPr vert="horz" lIns="91440" tIns="45720" rIns="91440" bIns="45720" rtlCol="0" anchor="ctr">
            <a:normAutofit/>
          </a:bodyPr>
          <a:lstStyle>
            <a:lvl1pPr algn="l">
              <a:defRPr sz="850" b="1" cap="all" spc="100" baseline="0">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70454426-0A97-D20B-FD06-9648AED7773C}"/>
              </a:ext>
            </a:extLst>
          </p:cNvPr>
          <p:cNvSpPr>
            <a:spLocks noGrp="1"/>
          </p:cNvSpPr>
          <p:nvPr>
            <p:ph type="dt" sz="half" idx="2"/>
          </p:nvPr>
        </p:nvSpPr>
        <p:spPr>
          <a:xfrm>
            <a:off x="7680069" y="207982"/>
            <a:ext cx="1921315" cy="413360"/>
          </a:xfrm>
          <a:prstGeom prst="rect">
            <a:avLst/>
          </a:prstGeom>
        </p:spPr>
        <p:txBody>
          <a:bodyPr vert="horz" lIns="91440" tIns="45720" rIns="91440" bIns="45720" rtlCol="0" anchor="ctr">
            <a:normAutofit/>
          </a:bodyPr>
          <a:lstStyle>
            <a:lvl1pPr algn="l">
              <a:defRPr sz="850" b="1" cap="all" spc="100" baseline="0">
                <a:solidFill>
                  <a:schemeClr val="tx2"/>
                </a:solidFill>
              </a:defRPr>
            </a:lvl1pPr>
          </a:lstStyle>
          <a:p>
            <a:fld id="{18A4B20A-718A-4149-B5D2-676E857EB828}" type="datetime1">
              <a:rPr lang="en-US" smtClean="0"/>
              <a:t>10/23/2025</a:t>
            </a:fld>
            <a:endParaRPr lang="en-US"/>
          </a:p>
        </p:txBody>
      </p:sp>
      <p:sp>
        <p:nvSpPr>
          <p:cNvPr id="6" name="Slide Number Placeholder 5">
            <a:extLst>
              <a:ext uri="{FF2B5EF4-FFF2-40B4-BE49-F238E27FC236}">
                <a16:creationId xmlns:a16="http://schemas.microsoft.com/office/drawing/2014/main" id="{7DA13386-8E2A-2962-4804-81558038BA54}"/>
              </a:ext>
            </a:extLst>
          </p:cNvPr>
          <p:cNvSpPr>
            <a:spLocks noGrp="1"/>
          </p:cNvSpPr>
          <p:nvPr>
            <p:ph type="sldNum" sz="quarter" idx="4"/>
          </p:nvPr>
        </p:nvSpPr>
        <p:spPr>
          <a:xfrm>
            <a:off x="11288870" y="207982"/>
            <a:ext cx="546447" cy="413360"/>
          </a:xfrm>
          <a:prstGeom prst="rect">
            <a:avLst/>
          </a:prstGeom>
        </p:spPr>
        <p:txBody>
          <a:bodyPr vert="horz" lIns="91440" tIns="45720" rIns="91440" bIns="45720" rtlCol="0" anchor="ctr">
            <a:normAutofit/>
          </a:bodyPr>
          <a:lstStyle>
            <a:lvl1pPr algn="r">
              <a:defRPr sz="850" b="1" cap="all" baseline="0">
                <a:solidFill>
                  <a:schemeClr val="tx2"/>
                </a:solidFill>
              </a:defRPr>
            </a:lvl1pPr>
          </a:lstStyle>
          <a:p>
            <a:fld id="{753D0FD4-819D-4187-8797-C35567B41C78}" type="slidenum">
              <a:rPr lang="en-US" smtClean="0"/>
              <a:t>‹#›</a:t>
            </a:fld>
            <a:endParaRPr lang="en-US"/>
          </a:p>
        </p:txBody>
      </p:sp>
    </p:spTree>
    <p:extLst>
      <p:ext uri="{BB962C8B-B14F-4D97-AF65-F5344CB8AC3E}">
        <p14:creationId xmlns:p14="http://schemas.microsoft.com/office/powerpoint/2010/main" val="174760573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Lst>
  <p:hf hdr="0"/>
  <p:txStyles>
    <p:titleStyle>
      <a:lvl1pPr algn="l" defTabSz="914400" rtl="0" eaLnBrk="1" latinLnBrk="0" hangingPunct="1">
        <a:lnSpc>
          <a:spcPct val="70000"/>
        </a:lnSpc>
        <a:spcBef>
          <a:spcPct val="0"/>
        </a:spcBef>
        <a:buNone/>
        <a:defRPr sz="4000" kern="1200" cap="all" baseline="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80">
          <p15:clr>
            <a:srgbClr val="F26B43"/>
          </p15:clr>
        </p15:guide>
        <p15:guide id="2" pos="264">
          <p15:clr>
            <a:srgbClr val="F26B43"/>
          </p15:clr>
        </p15:guide>
        <p15:guide id="3" pos="7416">
          <p15:clr>
            <a:srgbClr val="F26B43"/>
          </p15:clr>
        </p15:guide>
        <p15:guide id="4" orient="horz" pos="3816">
          <p15:clr>
            <a:srgbClr val="F26B43"/>
          </p15:clr>
        </p15:guide>
        <p15:guide id="5" pos="7200">
          <p15:clr>
            <a:srgbClr val="F26B43"/>
          </p15:clr>
        </p15:guide>
        <p15:guide id="6" pos="504">
          <p15:clr>
            <a:srgbClr val="F26B43"/>
          </p15:clr>
        </p15:guide>
        <p15:guide id="7" orient="horz" pos="4128">
          <p15:clr>
            <a:srgbClr val="F26B43"/>
          </p15:clr>
        </p15:guide>
        <p15:guide id="8" orient="horz" pos="1056">
          <p15:clr>
            <a:srgbClr val="F26B43"/>
          </p15:clr>
        </p15:guide>
        <p15:guide id="9" pos="458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chart" Target="../charts/chart1.xml"/><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2.xml"/><Relationship Id="rId1" Type="http://schemas.openxmlformats.org/officeDocument/2006/relationships/slideLayout" Target="../slideLayouts/slideLayout60.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824BE-84AB-305D-0B5A-42E3A78BB847}"/>
              </a:ext>
            </a:extLst>
          </p:cNvPr>
          <p:cNvSpPr>
            <a:spLocks noGrp="1"/>
          </p:cNvSpPr>
          <p:nvPr>
            <p:ph type="title"/>
          </p:nvPr>
        </p:nvSpPr>
        <p:spPr>
          <a:xfrm>
            <a:off x="5932713" y="749358"/>
            <a:ext cx="6018605" cy="2039112"/>
          </a:xfrm>
        </p:spPr>
        <p:txBody>
          <a:bodyPr anchor="t">
            <a:normAutofit/>
          </a:bodyPr>
          <a:lstStyle/>
          <a:p>
            <a:r>
              <a:rPr lang="en-IN" sz="4000" dirty="0"/>
              <a:t>Bike Sharing/RENTAL Demand Analysis</a:t>
            </a:r>
          </a:p>
        </p:txBody>
      </p:sp>
      <p:pic>
        <p:nvPicPr>
          <p:cNvPr id="8" name="Content Placeholder 7" descr="Red rental bikes in rack">
            <a:extLst>
              <a:ext uri="{FF2B5EF4-FFF2-40B4-BE49-F238E27FC236}">
                <a16:creationId xmlns:a16="http://schemas.microsoft.com/office/drawing/2014/main" id="{F8AF6E3D-C998-4D91-A4CF-62C747CD346D}"/>
              </a:ext>
            </a:extLst>
          </p:cNvPr>
          <p:cNvPicPr>
            <a:picLocks noGrp="1" noChangeAspect="1"/>
          </p:cNvPicPr>
          <p:nvPr>
            <p:ph type="pic" sz="quarter" idx="13"/>
          </p:nvPr>
        </p:nvPicPr>
        <p:blipFill>
          <a:blip r:embed="rId3"/>
          <a:srcRect l="29881" r="29881"/>
          <a:stretch/>
        </p:blipFill>
        <p:spPr>
          <a:xfrm>
            <a:off x="0" y="0"/>
            <a:ext cx="5509294" cy="6858000"/>
          </a:xfrm>
          <a:prstGeom prst="rect">
            <a:avLst/>
          </a:prstGeom>
          <a:noFill/>
        </p:spPr>
      </p:pic>
      <p:sp>
        <p:nvSpPr>
          <p:cNvPr id="4" name="Date Placeholder 3">
            <a:extLst>
              <a:ext uri="{FF2B5EF4-FFF2-40B4-BE49-F238E27FC236}">
                <a16:creationId xmlns:a16="http://schemas.microsoft.com/office/drawing/2014/main" id="{9EB6AE01-74BB-FEE9-951A-9D6E85D80BE9}"/>
              </a:ext>
            </a:extLst>
          </p:cNvPr>
          <p:cNvSpPr>
            <a:spLocks noGrp="1"/>
          </p:cNvSpPr>
          <p:nvPr>
            <p:ph type="dt" sz="half" idx="10"/>
          </p:nvPr>
        </p:nvSpPr>
        <p:spPr/>
        <p:txBody>
          <a:bodyPr anchor="ctr">
            <a:normAutofit/>
          </a:bodyPr>
          <a:lstStyle/>
          <a:p>
            <a:pPr>
              <a:spcAft>
                <a:spcPts val="600"/>
              </a:spcAft>
            </a:pPr>
            <a:fld id="{9EAD527F-9C49-4481-A18C-80BA2EA99E79}" type="datetime1">
              <a:rPr lang="en-US" smtClean="0"/>
              <a:pPr>
                <a:spcAft>
                  <a:spcPts val="600"/>
                </a:spcAft>
              </a:pPr>
              <a:t>10/23/2025</a:t>
            </a:fld>
            <a:endParaRPr lang="en-US"/>
          </a:p>
        </p:txBody>
      </p:sp>
      <p:sp>
        <p:nvSpPr>
          <p:cNvPr id="5" name="Slide Number Placeholder 4">
            <a:extLst>
              <a:ext uri="{FF2B5EF4-FFF2-40B4-BE49-F238E27FC236}">
                <a16:creationId xmlns:a16="http://schemas.microsoft.com/office/drawing/2014/main" id="{8E8EDDB8-7FE6-F52E-AA93-A49E0C8FE739}"/>
              </a:ext>
            </a:extLst>
          </p:cNvPr>
          <p:cNvSpPr>
            <a:spLocks noGrp="1"/>
          </p:cNvSpPr>
          <p:nvPr>
            <p:ph type="sldNum" sz="quarter" idx="12"/>
          </p:nvPr>
        </p:nvSpPr>
        <p:spPr/>
        <p:txBody>
          <a:bodyPr anchor="ctr">
            <a:normAutofit/>
          </a:bodyPr>
          <a:lstStyle/>
          <a:p>
            <a:pPr>
              <a:spcAft>
                <a:spcPts val="600"/>
              </a:spcAft>
            </a:pPr>
            <a:fld id="{753D0FD4-819D-4187-8797-C35567B41C78}" type="slidenum">
              <a:rPr lang="en-US" smtClean="0"/>
              <a:pPr>
                <a:spcAft>
                  <a:spcPts val="600"/>
                </a:spcAft>
              </a:pPr>
              <a:t>1</a:t>
            </a:fld>
            <a:endParaRPr lang="en-US"/>
          </a:p>
        </p:txBody>
      </p:sp>
      <p:sp>
        <p:nvSpPr>
          <p:cNvPr id="7" name="Content Placeholder 6">
            <a:extLst>
              <a:ext uri="{FF2B5EF4-FFF2-40B4-BE49-F238E27FC236}">
                <a16:creationId xmlns:a16="http://schemas.microsoft.com/office/drawing/2014/main" id="{AD8799CB-CFA5-7A1D-8431-1534C8111D2B}"/>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32713" y="3624146"/>
            <a:ext cx="6018607" cy="2864483"/>
          </a:xfrm>
        </p:spPr>
        <p:txBody>
          <a:bodyPr>
            <a:normAutofit/>
          </a:bodyPr>
          <a:lstStyle/>
          <a:p>
            <a:pPr marL="0" indent="0">
              <a:spcBef>
                <a:spcPts val="2500"/>
              </a:spcBef>
              <a:buFont typeface="Arial" panose="020B0604020202020204" pitchFamily="34" charset="0"/>
              <a:buNone/>
            </a:pPr>
            <a:endParaRPr lang="en-IN" sz="1400" dirty="0"/>
          </a:p>
          <a:p>
            <a:pPr marL="0" indent="0" algn="r">
              <a:spcBef>
                <a:spcPts val="2500"/>
              </a:spcBef>
              <a:buNone/>
            </a:pPr>
            <a:r>
              <a:rPr lang="en-IN" sz="2400" dirty="0" err="1"/>
              <a:t>NextHikes</a:t>
            </a:r>
            <a:r>
              <a:rPr lang="en-IN" sz="2400" dirty="0"/>
              <a:t> IT Solutions</a:t>
            </a:r>
          </a:p>
          <a:p>
            <a:pPr marL="0" indent="0" algn="r">
              <a:spcBef>
                <a:spcPts val="2500"/>
              </a:spcBef>
              <a:buNone/>
            </a:pPr>
            <a:r>
              <a:rPr lang="en-IN" sz="2400" dirty="0"/>
              <a:t>Sarita Sahoo</a:t>
            </a:r>
          </a:p>
          <a:p>
            <a:pPr marL="0" indent="0">
              <a:spcBef>
                <a:spcPts val="2500"/>
              </a:spcBef>
              <a:buNone/>
            </a:pPr>
            <a:endParaRPr lang="en-IN" sz="2400" dirty="0"/>
          </a:p>
        </p:txBody>
      </p:sp>
    </p:spTree>
    <p:extLst>
      <p:ext uri="{BB962C8B-B14F-4D97-AF65-F5344CB8AC3E}">
        <p14:creationId xmlns:p14="http://schemas.microsoft.com/office/powerpoint/2010/main" val="17499380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55769-B2A6-0076-AE91-2A0BD4D26299}"/>
              </a:ext>
            </a:extLst>
          </p:cNvPr>
          <p:cNvSpPr>
            <a:spLocks noGrp="1"/>
          </p:cNvSpPr>
          <p:nvPr>
            <p:ph type="title"/>
          </p:nvPr>
        </p:nvSpPr>
        <p:spPr>
          <a:xfrm>
            <a:off x="320557" y="886968"/>
            <a:ext cx="11405277" cy="1170432"/>
          </a:xfrm>
        </p:spPr>
        <p:txBody>
          <a:bodyPr anchor="b">
            <a:normAutofit/>
          </a:bodyPr>
          <a:lstStyle/>
          <a:p>
            <a:r>
              <a:rPr lang="en-IN" sz="4000" dirty="0"/>
              <a:t>Agenda Overview</a:t>
            </a:r>
          </a:p>
        </p:txBody>
      </p:sp>
      <p:sp>
        <p:nvSpPr>
          <p:cNvPr id="3" name="Content Placeholder 2">
            <a:extLst>
              <a:ext uri="{FF2B5EF4-FFF2-40B4-BE49-F238E27FC236}">
                <a16:creationId xmlns:a16="http://schemas.microsoft.com/office/drawing/2014/main" id="{BE40C316-6067-4CF3-227A-3C872AC34547}"/>
              </a:ext>
            </a:extLst>
          </p:cNvPr>
          <p:cNvSpPr>
            <a:spLocks noGrp="1"/>
          </p:cNvSpPr>
          <p:nvPr>
            <p:ph idx="1"/>
            <p:extLst>
              <p:ext uri="{E7BDC344-281C-4309-B0C6-D0EE65EED2A8}">
                <p202:designPr xmlns:p202="http://schemas.microsoft.com/office/powerpoint/2020/02/main">
                  <p202:designTagLst>
                    <p202:designTag name="ARCH:1:CLS" val="BulletedText"/>
                  </p202:designTagLst>
                </p202:designPr>
              </p:ext>
            </p:extLst>
          </p:nvPr>
        </p:nvSpPr>
        <p:spPr>
          <a:xfrm>
            <a:off x="253325" y="2832653"/>
            <a:ext cx="11405276" cy="2806148"/>
          </a:xfrm>
        </p:spPr>
        <p:txBody>
          <a:bodyPr anchor="t">
            <a:normAutofit/>
          </a:bodyPr>
          <a:lstStyle/>
          <a:p>
            <a:pPr>
              <a:buFont typeface="Arial" panose="020B0604020202020204" pitchFamily="34" charset="0"/>
              <a:buChar char="•"/>
            </a:pPr>
            <a:r>
              <a:rPr lang="en-IN" dirty="0"/>
              <a:t>Factors Influencing Bike Rental Decisions</a:t>
            </a:r>
          </a:p>
          <a:p>
            <a:pPr>
              <a:buFont typeface="Arial" panose="020B0604020202020204" pitchFamily="34" charset="0"/>
              <a:buChar char="•"/>
            </a:pPr>
            <a:r>
              <a:rPr dirty="0"/>
              <a:t>Weather Conditions and Their Impact on Bike Rentals</a:t>
            </a:r>
          </a:p>
          <a:p>
            <a:pPr>
              <a:buFont typeface="Arial" panose="020B0604020202020204" pitchFamily="34" charset="0"/>
              <a:buChar char="•"/>
            </a:pPr>
            <a:r>
              <a:rPr dirty="0"/>
              <a:t>Influence of Humidity, Temperature, and Windspeed</a:t>
            </a:r>
          </a:p>
          <a:p>
            <a:pPr>
              <a:buFont typeface="Arial" panose="020B0604020202020204" pitchFamily="34" charset="0"/>
              <a:buChar char="•"/>
            </a:pPr>
            <a:r>
              <a:rPr dirty="0"/>
              <a:t>Hourly Trends in Bike Rentals</a:t>
            </a:r>
          </a:p>
          <a:p>
            <a:pPr>
              <a:buFont typeface="Arial" panose="020B0604020202020204" pitchFamily="34" charset="0"/>
              <a:buChar char="•"/>
            </a:pPr>
            <a:r>
              <a:rPr dirty="0"/>
              <a:t>Data-Driven Assessment</a:t>
            </a:r>
            <a:endParaRPr lang="en-IN" dirty="0"/>
          </a:p>
        </p:txBody>
      </p:sp>
      <p:sp>
        <p:nvSpPr>
          <p:cNvPr id="5" name="Date Placeholder 4">
            <a:extLst>
              <a:ext uri="{FF2B5EF4-FFF2-40B4-BE49-F238E27FC236}">
                <a16:creationId xmlns:a16="http://schemas.microsoft.com/office/drawing/2014/main" id="{8648FB59-88F3-CA38-E23D-539FD4FF9629}"/>
              </a:ext>
            </a:extLst>
          </p:cNvPr>
          <p:cNvSpPr>
            <a:spLocks noGrp="1"/>
          </p:cNvSpPr>
          <p:nvPr>
            <p:ph type="dt" sz="half" idx="10"/>
          </p:nvPr>
        </p:nvSpPr>
        <p:spPr>
          <a:xfrm>
            <a:off x="7680069" y="207982"/>
            <a:ext cx="1921315" cy="413360"/>
          </a:xfrm>
        </p:spPr>
        <p:txBody>
          <a:bodyPr anchor="ctr">
            <a:normAutofit/>
          </a:bodyPr>
          <a:lstStyle/>
          <a:p>
            <a:pPr>
              <a:spcAft>
                <a:spcPts val="600"/>
              </a:spcAft>
            </a:pPr>
            <a:fld id="{20D15516-589F-487D-BF51-9635DCEA90D5}" type="datetime1">
              <a:rPr lang="en-US" smtClean="0"/>
              <a:pPr>
                <a:spcAft>
                  <a:spcPts val="600"/>
                </a:spcAft>
              </a:pPr>
              <a:t>10/23/2025</a:t>
            </a:fld>
            <a:endParaRPr lang="en-US"/>
          </a:p>
        </p:txBody>
      </p:sp>
      <p:sp>
        <p:nvSpPr>
          <p:cNvPr id="6" name="Slide Number Placeholder 5">
            <a:extLst>
              <a:ext uri="{FF2B5EF4-FFF2-40B4-BE49-F238E27FC236}">
                <a16:creationId xmlns:a16="http://schemas.microsoft.com/office/drawing/2014/main" id="{57126421-9DC5-D391-E841-0A25D8DB60E6}"/>
              </a:ext>
            </a:extLst>
          </p:cNvPr>
          <p:cNvSpPr>
            <a:spLocks noGrp="1"/>
          </p:cNvSpPr>
          <p:nvPr>
            <p:ph type="sldNum" sz="quarter" idx="12"/>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2</a:t>
            </a:fld>
            <a:endParaRPr lang="en-US"/>
          </a:p>
        </p:txBody>
      </p:sp>
    </p:spTree>
    <p:extLst>
      <p:ext uri="{BB962C8B-B14F-4D97-AF65-F5344CB8AC3E}">
        <p14:creationId xmlns:p14="http://schemas.microsoft.com/office/powerpoint/2010/main" val="37544965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BB5C3-D1C5-EE56-0DEE-F1E0AF3AE97E}"/>
              </a:ext>
            </a:extLst>
          </p:cNvPr>
          <p:cNvSpPr>
            <a:spLocks noGrp="1"/>
          </p:cNvSpPr>
          <p:nvPr>
            <p:ph type="ctrTitle"/>
          </p:nvPr>
        </p:nvSpPr>
        <p:spPr>
          <a:xfrm>
            <a:off x="320040" y="1426464"/>
            <a:ext cx="9528048" cy="1104863"/>
          </a:xfrm>
        </p:spPr>
        <p:txBody>
          <a:bodyPr anchor="t">
            <a:normAutofit/>
          </a:bodyPr>
          <a:lstStyle/>
          <a:p>
            <a:r>
              <a:rPr lang="en-IN" sz="4000" dirty="0"/>
              <a:t>Factors Influencing Bike Rental Decisions</a:t>
            </a:r>
          </a:p>
        </p:txBody>
      </p:sp>
      <p:sp>
        <p:nvSpPr>
          <p:cNvPr id="7" name="Content Placeholder 6">
            <a:extLst>
              <a:ext uri="{FF2B5EF4-FFF2-40B4-BE49-F238E27FC236}">
                <a16:creationId xmlns:a16="http://schemas.microsoft.com/office/drawing/2014/main" id="{ECBFE6D6-5F7E-7FC3-3637-3676C0B436D2}"/>
              </a:ext>
            </a:extLst>
          </p:cNvPr>
          <p:cNvSpPr>
            <a:spLocks noGrp="1"/>
          </p:cNvSpPr>
          <p:nvPr>
            <p:ph type="subTitle"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20039" y="2531327"/>
            <a:ext cx="9528047" cy="4171225"/>
          </a:xfrm>
        </p:spPr>
        <p:txBody>
          <a:bodyPr>
            <a:normAutofit/>
          </a:bodyPr>
          <a:lstStyle/>
          <a:p>
            <a:pPr marL="0" indent="0">
              <a:spcBef>
                <a:spcPts val="2500"/>
              </a:spcBef>
              <a:buFont typeface="Arial" panose="020B0604020202020204" pitchFamily="34" charset="0"/>
              <a:buNone/>
            </a:pPr>
            <a:r>
              <a:rPr lang="en-US" sz="1400" b="1" dirty="0"/>
              <a:t>Time, Day and Week</a:t>
            </a:r>
          </a:p>
          <a:p>
            <a:pPr marL="0" lvl="1" indent="0">
              <a:buFont typeface="Arial" panose="020B0604020202020204" pitchFamily="34" charset="0"/>
              <a:buNone/>
            </a:pPr>
            <a:r>
              <a:rPr lang="en-US" sz="1400" dirty="0"/>
              <a:t>Easy access and availability of bikes on Weekends significantly influence rental decisions and customer satisfaction.</a:t>
            </a:r>
          </a:p>
          <a:p>
            <a:pPr marL="0" indent="0">
              <a:spcBef>
                <a:spcPts val="2500"/>
              </a:spcBef>
              <a:buFont typeface="Arial" panose="020B0604020202020204" pitchFamily="34" charset="0"/>
              <a:buNone/>
            </a:pPr>
            <a:r>
              <a:rPr lang="en-US" sz="1400" b="1" dirty="0"/>
              <a:t>Pricing Impact</a:t>
            </a:r>
          </a:p>
          <a:p>
            <a:pPr marL="0" lvl="1" indent="0">
              <a:buFont typeface="Arial" panose="020B0604020202020204" pitchFamily="34" charset="0"/>
              <a:buNone/>
            </a:pPr>
            <a:r>
              <a:rPr lang="en-US" sz="1400" dirty="0"/>
              <a:t>Affordable and transparent pricing encourages more users to rent bikes more frequently.</a:t>
            </a:r>
          </a:p>
          <a:p>
            <a:pPr marL="0" indent="0">
              <a:spcBef>
                <a:spcPts val="2500"/>
              </a:spcBef>
              <a:buFont typeface="Arial" panose="020B0604020202020204" pitchFamily="34" charset="0"/>
              <a:buNone/>
            </a:pPr>
            <a:r>
              <a:rPr lang="en-US" sz="1400" b="1" dirty="0"/>
              <a:t>Environmental Conditions</a:t>
            </a:r>
          </a:p>
          <a:p>
            <a:pPr marL="0" lvl="1" indent="0">
              <a:buFont typeface="Arial" panose="020B0604020202020204" pitchFamily="34" charset="0"/>
              <a:buNone/>
            </a:pPr>
            <a:r>
              <a:rPr lang="en-US" sz="1400" dirty="0"/>
              <a:t>Weather and temperature play a crucial role in bike rental decisions and usage patterns.</a:t>
            </a:r>
          </a:p>
        </p:txBody>
      </p:sp>
      <p:sp>
        <p:nvSpPr>
          <p:cNvPr id="4" name="Date Placeholder 3">
            <a:extLst>
              <a:ext uri="{FF2B5EF4-FFF2-40B4-BE49-F238E27FC236}">
                <a16:creationId xmlns:a16="http://schemas.microsoft.com/office/drawing/2014/main" id="{9E24A10E-9D1A-BABE-0A2B-E7772085D8A4}"/>
              </a:ext>
            </a:extLst>
          </p:cNvPr>
          <p:cNvSpPr>
            <a:spLocks noGrp="1"/>
          </p:cNvSpPr>
          <p:nvPr>
            <p:ph type="dt" sz="half" idx="10"/>
          </p:nvPr>
        </p:nvSpPr>
        <p:spPr/>
        <p:txBody>
          <a:bodyPr anchor="ctr">
            <a:normAutofit/>
          </a:bodyPr>
          <a:lstStyle/>
          <a:p>
            <a:pPr>
              <a:spcAft>
                <a:spcPts val="600"/>
              </a:spcAft>
            </a:pPr>
            <a:fld id="{9EAD527F-9C49-4481-A18C-80BA2EA99E79}" type="datetime1">
              <a:rPr lang="en-US" smtClean="0"/>
              <a:pPr>
                <a:spcAft>
                  <a:spcPts val="600"/>
                </a:spcAft>
              </a:pPr>
              <a:t>10/23/2025</a:t>
            </a:fld>
            <a:endParaRPr lang="en-US"/>
          </a:p>
        </p:txBody>
      </p:sp>
      <p:sp>
        <p:nvSpPr>
          <p:cNvPr id="5" name="Slide Number Placeholder 4">
            <a:extLst>
              <a:ext uri="{FF2B5EF4-FFF2-40B4-BE49-F238E27FC236}">
                <a16:creationId xmlns:a16="http://schemas.microsoft.com/office/drawing/2014/main" id="{F7A4272E-1183-435B-05E6-A40F2B54C5A9}"/>
              </a:ext>
            </a:extLst>
          </p:cNvPr>
          <p:cNvSpPr>
            <a:spLocks noGrp="1"/>
          </p:cNvSpPr>
          <p:nvPr>
            <p:ph type="sldNum" sz="quarter" idx="12"/>
          </p:nvPr>
        </p:nvSpPr>
        <p:spPr/>
        <p:txBody>
          <a:bodyPr anchor="ctr">
            <a:normAutofit/>
          </a:bodyPr>
          <a:lstStyle/>
          <a:p>
            <a:pPr>
              <a:spcAft>
                <a:spcPts val="600"/>
              </a:spcAft>
            </a:pPr>
            <a:fld id="{753D0FD4-819D-4187-8797-C35567B41C78}" type="slidenum">
              <a:rPr lang="en-US" smtClean="0"/>
              <a:pPr>
                <a:spcAft>
                  <a:spcPts val="600"/>
                </a:spcAft>
              </a:pPr>
              <a:t>3</a:t>
            </a:fld>
            <a:endParaRPr lang="en-US"/>
          </a:p>
        </p:txBody>
      </p:sp>
    </p:spTree>
    <p:extLst>
      <p:ext uri="{BB962C8B-B14F-4D97-AF65-F5344CB8AC3E}">
        <p14:creationId xmlns:p14="http://schemas.microsoft.com/office/powerpoint/2010/main" val="33844130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55025-E24B-A49C-F552-970440A6FD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5A8759-B036-3744-216F-66816AC0DF02}"/>
              </a:ext>
            </a:extLst>
          </p:cNvPr>
          <p:cNvSpPr>
            <a:spLocks noGrp="1"/>
          </p:cNvSpPr>
          <p:nvPr>
            <p:ph type="title"/>
          </p:nvPr>
        </p:nvSpPr>
        <p:spPr>
          <a:xfrm>
            <a:off x="305880" y="621342"/>
            <a:ext cx="11253668" cy="1106424"/>
          </a:xfrm>
        </p:spPr>
        <p:txBody>
          <a:bodyPr anchor="b">
            <a:normAutofit/>
          </a:bodyPr>
          <a:lstStyle/>
          <a:p>
            <a:r>
              <a:rPr lang="en-IN" sz="4000" dirty="0"/>
              <a:t>Problem Statement</a:t>
            </a:r>
          </a:p>
        </p:txBody>
      </p:sp>
      <p:sp>
        <p:nvSpPr>
          <p:cNvPr id="5" name="Date Placeholder 4">
            <a:extLst>
              <a:ext uri="{FF2B5EF4-FFF2-40B4-BE49-F238E27FC236}">
                <a16:creationId xmlns:a16="http://schemas.microsoft.com/office/drawing/2014/main" id="{C2D3CC7C-87FB-355D-B025-C5AEC885F341}"/>
              </a:ext>
            </a:extLst>
          </p:cNvPr>
          <p:cNvSpPr>
            <a:spLocks noGrp="1"/>
          </p:cNvSpPr>
          <p:nvPr>
            <p:ph type="dt" sz="half" idx="10"/>
          </p:nvPr>
        </p:nvSpPr>
        <p:spPr>
          <a:xfrm>
            <a:off x="7680069" y="207982"/>
            <a:ext cx="1921315" cy="413360"/>
          </a:xfrm>
        </p:spPr>
        <p:txBody>
          <a:bodyPr anchor="ctr">
            <a:normAutofit/>
          </a:bodyPr>
          <a:lstStyle/>
          <a:p>
            <a:pPr>
              <a:spcAft>
                <a:spcPts val="600"/>
              </a:spcAft>
            </a:pPr>
            <a:fld id="{20D15516-589F-487D-BF51-9635DCEA90D5}" type="datetime1">
              <a:rPr lang="en-US" smtClean="0"/>
              <a:pPr>
                <a:spcAft>
                  <a:spcPts val="600"/>
                </a:spcAft>
              </a:pPr>
              <a:t>10/23/2025</a:t>
            </a:fld>
            <a:endParaRPr lang="en-US"/>
          </a:p>
        </p:txBody>
      </p:sp>
      <p:sp>
        <p:nvSpPr>
          <p:cNvPr id="6" name="Slide Number Placeholder 5">
            <a:extLst>
              <a:ext uri="{FF2B5EF4-FFF2-40B4-BE49-F238E27FC236}">
                <a16:creationId xmlns:a16="http://schemas.microsoft.com/office/drawing/2014/main" id="{A75C648F-B790-313B-7CEC-8D77E7433292}"/>
              </a:ext>
            </a:extLst>
          </p:cNvPr>
          <p:cNvSpPr>
            <a:spLocks noGrp="1"/>
          </p:cNvSpPr>
          <p:nvPr>
            <p:ph type="sldNum" sz="quarter" idx="12"/>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4</a:t>
            </a:fld>
            <a:endParaRPr lang="en-US"/>
          </a:p>
        </p:txBody>
      </p:sp>
      <p:sp>
        <p:nvSpPr>
          <p:cNvPr id="9" name="Content Placeholder 6">
            <a:extLst>
              <a:ext uri="{FF2B5EF4-FFF2-40B4-BE49-F238E27FC236}">
                <a16:creationId xmlns:a16="http://schemas.microsoft.com/office/drawing/2014/main" id="{3277222E-B153-CDFA-2D79-89B20A7FE984}"/>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278212" y="2141126"/>
            <a:ext cx="11434817" cy="1106424"/>
          </a:xfrm>
        </p:spPr>
        <p:txBody>
          <a:bodyPr>
            <a:normAutofit/>
          </a:bodyPr>
          <a:lstStyle/>
          <a:p>
            <a:pPr marL="0" indent="0">
              <a:spcBef>
                <a:spcPts val="2500"/>
              </a:spcBef>
              <a:buNone/>
            </a:pPr>
            <a:r>
              <a:rPr lang="en-US" sz="1400" b="1" dirty="0"/>
              <a:t>Analyzing bike-sharing data helps understand how weather, time, and holidays affect bike rentals. This project uses Excel skills to clean, combine, and study datasets to find useful patterns that improve business planning. Organized data leads to better decisions faster. </a:t>
            </a:r>
          </a:p>
          <a:p>
            <a:pPr marL="0" indent="0">
              <a:spcBef>
                <a:spcPts val="2500"/>
              </a:spcBef>
              <a:buNone/>
            </a:pPr>
            <a:endParaRPr lang="en-US" sz="1400" b="1" dirty="0"/>
          </a:p>
        </p:txBody>
      </p:sp>
      <p:sp>
        <p:nvSpPr>
          <p:cNvPr id="4" name="Content Placeholder 6">
            <a:extLst>
              <a:ext uri="{FF2B5EF4-FFF2-40B4-BE49-F238E27FC236}">
                <a16:creationId xmlns:a16="http://schemas.microsoft.com/office/drawing/2014/main" id="{09C96567-4007-F409-15AA-F99FE8A86B92}"/>
              </a:ext>
            </a:extLst>
          </p:cNvPr>
          <p:cNvSpPr txBox="1">
            <a:spLocks/>
          </p:cNvSpPr>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00500" y="3247550"/>
            <a:ext cx="11434817" cy="157090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2500"/>
              </a:spcBef>
              <a:buNone/>
            </a:pPr>
            <a:endParaRPr lang="en-US" sz="1400" b="1" dirty="0"/>
          </a:p>
          <a:p>
            <a:pPr marL="0" indent="0">
              <a:spcBef>
                <a:spcPts val="2500"/>
              </a:spcBef>
              <a:buNone/>
            </a:pPr>
            <a:r>
              <a:rPr lang="en-US" sz="1500" b="1" dirty="0"/>
              <a:t>Situation Overview </a:t>
            </a:r>
          </a:p>
          <a:p>
            <a:pPr marL="0" indent="0">
              <a:spcBef>
                <a:spcPts val="2500"/>
              </a:spcBef>
              <a:buNone/>
            </a:pPr>
            <a:r>
              <a:rPr lang="en-US" sz="1500" b="1" dirty="0"/>
              <a:t>Data on bike rentals, weather, and user types is collected hourly and daily. This project uses Excel tools to clean and join data, visualize trends, create new features, and prepare easy-to-understand reports. </a:t>
            </a:r>
          </a:p>
        </p:txBody>
      </p:sp>
    </p:spTree>
    <p:extLst>
      <p:ext uri="{BB962C8B-B14F-4D97-AF65-F5344CB8AC3E}">
        <p14:creationId xmlns:p14="http://schemas.microsoft.com/office/powerpoint/2010/main" val="415856879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250"/>
                                  </p:stCondLst>
                                  <p:iterate>
                                    <p:tmPct val="10000"/>
                                  </p:iterate>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17B47-605F-1569-871C-2597506FBB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1F08BB-32AD-A1F3-57BF-286022508B6B}"/>
              </a:ext>
            </a:extLst>
          </p:cNvPr>
          <p:cNvSpPr>
            <a:spLocks noGrp="1"/>
          </p:cNvSpPr>
          <p:nvPr>
            <p:ph type="title"/>
          </p:nvPr>
        </p:nvSpPr>
        <p:spPr>
          <a:xfrm>
            <a:off x="305880" y="621342"/>
            <a:ext cx="11253668" cy="1106424"/>
          </a:xfrm>
        </p:spPr>
        <p:txBody>
          <a:bodyPr anchor="b">
            <a:normAutofit/>
          </a:bodyPr>
          <a:lstStyle/>
          <a:p>
            <a:r>
              <a:rPr lang="en-IN" sz="4000" dirty="0"/>
              <a:t>Analysis</a:t>
            </a:r>
          </a:p>
        </p:txBody>
      </p:sp>
      <p:sp>
        <p:nvSpPr>
          <p:cNvPr id="5" name="Date Placeholder 4">
            <a:extLst>
              <a:ext uri="{FF2B5EF4-FFF2-40B4-BE49-F238E27FC236}">
                <a16:creationId xmlns:a16="http://schemas.microsoft.com/office/drawing/2014/main" id="{151C9744-EBF1-4688-2E95-089849E095EF}"/>
              </a:ext>
            </a:extLst>
          </p:cNvPr>
          <p:cNvSpPr>
            <a:spLocks noGrp="1"/>
          </p:cNvSpPr>
          <p:nvPr>
            <p:ph type="dt" sz="half" idx="10"/>
          </p:nvPr>
        </p:nvSpPr>
        <p:spPr>
          <a:xfrm>
            <a:off x="7680069" y="207982"/>
            <a:ext cx="1921315" cy="413360"/>
          </a:xfrm>
        </p:spPr>
        <p:txBody>
          <a:bodyPr anchor="ctr">
            <a:normAutofit/>
          </a:bodyPr>
          <a:lstStyle/>
          <a:p>
            <a:pPr>
              <a:spcAft>
                <a:spcPts val="600"/>
              </a:spcAft>
            </a:pPr>
            <a:fld id="{20D15516-589F-487D-BF51-9635DCEA90D5}" type="datetime1">
              <a:rPr lang="en-US" smtClean="0"/>
              <a:pPr>
                <a:spcAft>
                  <a:spcPts val="600"/>
                </a:spcAft>
              </a:pPr>
              <a:t>10/23/2025</a:t>
            </a:fld>
            <a:endParaRPr lang="en-US"/>
          </a:p>
        </p:txBody>
      </p:sp>
      <p:sp>
        <p:nvSpPr>
          <p:cNvPr id="6" name="Slide Number Placeholder 5">
            <a:extLst>
              <a:ext uri="{FF2B5EF4-FFF2-40B4-BE49-F238E27FC236}">
                <a16:creationId xmlns:a16="http://schemas.microsoft.com/office/drawing/2014/main" id="{B4E80132-7856-7BCD-7932-2F117BBBE763}"/>
              </a:ext>
            </a:extLst>
          </p:cNvPr>
          <p:cNvSpPr>
            <a:spLocks noGrp="1"/>
          </p:cNvSpPr>
          <p:nvPr>
            <p:ph type="sldNum" sz="quarter" idx="12"/>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5</a:t>
            </a:fld>
            <a:endParaRPr lang="en-US"/>
          </a:p>
        </p:txBody>
      </p:sp>
      <p:sp>
        <p:nvSpPr>
          <p:cNvPr id="9" name="Content Placeholder 6">
            <a:extLst>
              <a:ext uri="{FF2B5EF4-FFF2-40B4-BE49-F238E27FC236}">
                <a16:creationId xmlns:a16="http://schemas.microsoft.com/office/drawing/2014/main" id="{62260D84-23B7-CB2C-B6FA-DFFC6CC5B354}"/>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278212" y="2141126"/>
            <a:ext cx="11434817" cy="4270560"/>
          </a:xfrm>
        </p:spPr>
        <p:txBody>
          <a:bodyPr>
            <a:normAutofit/>
          </a:bodyPr>
          <a:lstStyle/>
          <a:p>
            <a:pPr marL="0" indent="0">
              <a:spcBef>
                <a:spcPts val="2500"/>
              </a:spcBef>
              <a:buNone/>
            </a:pPr>
            <a:r>
              <a:rPr lang="en-US" sz="1400" b="1" dirty="0"/>
              <a:t>Step1</a:t>
            </a:r>
            <a:r>
              <a:rPr lang="en-US" sz="1400" dirty="0"/>
              <a:t>: Pre-processed dataset_1 and dataset_2 and dataset_3</a:t>
            </a:r>
          </a:p>
          <a:p>
            <a:pPr marL="0" indent="0">
              <a:spcBef>
                <a:spcPts val="0"/>
              </a:spcBef>
              <a:buNone/>
            </a:pPr>
            <a:r>
              <a:rPr lang="en-US" sz="1400" dirty="0"/>
              <a:t>	1. Validated datatype of all the available columns.</a:t>
            </a:r>
          </a:p>
          <a:p>
            <a:pPr marL="0" indent="0">
              <a:spcBef>
                <a:spcPts val="0"/>
              </a:spcBef>
              <a:buNone/>
            </a:pPr>
            <a:r>
              <a:rPr lang="en-US" sz="1400" dirty="0"/>
              <a:t>	2. Removed “Season” and “Year” as these have no variation.</a:t>
            </a:r>
          </a:p>
          <a:p>
            <a:pPr marL="0" indent="0">
              <a:spcBef>
                <a:spcPts val="0"/>
              </a:spcBef>
              <a:buNone/>
            </a:pPr>
            <a:r>
              <a:rPr lang="en-US" sz="1400" dirty="0"/>
              <a:t>	3. Removed duplicate rows</a:t>
            </a:r>
          </a:p>
          <a:p>
            <a:pPr marL="0" indent="0">
              <a:spcBef>
                <a:spcPts val="0"/>
              </a:spcBef>
              <a:buNone/>
            </a:pPr>
            <a:endParaRPr lang="en-US" sz="1400" dirty="0"/>
          </a:p>
          <a:p>
            <a:pPr marL="0" indent="0">
              <a:spcBef>
                <a:spcPts val="0"/>
              </a:spcBef>
              <a:buNone/>
            </a:pPr>
            <a:r>
              <a:rPr lang="en-US" sz="1400" b="1" dirty="0"/>
              <a:t>Step2:  </a:t>
            </a:r>
            <a:r>
              <a:rPr lang="en-US" sz="1400" dirty="0"/>
              <a:t>Merged</a:t>
            </a:r>
            <a:r>
              <a:rPr lang="en-US" sz="1400" b="1" dirty="0"/>
              <a:t> </a:t>
            </a:r>
            <a:r>
              <a:rPr lang="en-US" sz="1400" dirty="0"/>
              <a:t>dataset_1 and dataset_2 and formed Merge12 (keeping instant as unique identifier)</a:t>
            </a:r>
          </a:p>
          <a:p>
            <a:pPr marL="0" indent="0">
              <a:spcBef>
                <a:spcPts val="0"/>
              </a:spcBef>
              <a:buNone/>
            </a:pPr>
            <a:endParaRPr lang="en-US" sz="1400" dirty="0"/>
          </a:p>
          <a:p>
            <a:pPr marL="0" indent="0">
              <a:spcBef>
                <a:spcPts val="0"/>
              </a:spcBef>
              <a:buNone/>
            </a:pPr>
            <a:r>
              <a:rPr lang="en-US" sz="1400" b="1" dirty="0"/>
              <a:t>Step3: </a:t>
            </a:r>
            <a:r>
              <a:rPr lang="en-US" sz="1400" dirty="0"/>
              <a:t>Merged</a:t>
            </a:r>
            <a:r>
              <a:rPr lang="en-US" sz="1400" b="1" dirty="0"/>
              <a:t> </a:t>
            </a:r>
            <a:r>
              <a:rPr lang="en-US" sz="1400" dirty="0"/>
              <a:t>dataset_3 and Merge12 and formed Final Dataset (keeping instant as unique identifier)</a:t>
            </a:r>
          </a:p>
          <a:p>
            <a:pPr marL="0" indent="0">
              <a:spcBef>
                <a:spcPts val="0"/>
              </a:spcBef>
              <a:buNone/>
            </a:pPr>
            <a:endParaRPr lang="en-US" sz="1400" dirty="0"/>
          </a:p>
          <a:p>
            <a:pPr marL="0" indent="0">
              <a:spcBef>
                <a:spcPts val="0"/>
              </a:spcBef>
              <a:buNone/>
            </a:pPr>
            <a:r>
              <a:rPr lang="en-US" sz="1400" b="1" dirty="0"/>
              <a:t>Step4: </a:t>
            </a:r>
            <a:r>
              <a:rPr lang="en-US" sz="1400" dirty="0"/>
              <a:t>During pre-processing of Final Dataset, </a:t>
            </a:r>
            <a:r>
              <a:rPr lang="en-US" sz="1400" dirty="0" err="1"/>
              <a:t>Mnth</a:t>
            </a:r>
            <a:r>
              <a:rPr lang="en-US" sz="1400" dirty="0"/>
              <a:t> (can be derived from date) and </a:t>
            </a:r>
            <a:r>
              <a:rPr lang="en-US" sz="1400" dirty="0" err="1"/>
              <a:t>atemp</a:t>
            </a:r>
            <a:r>
              <a:rPr lang="en-US" sz="1400" dirty="0"/>
              <a:t> (Temp is taken into consideration) were dropped.</a:t>
            </a:r>
          </a:p>
          <a:p>
            <a:pPr marL="0" indent="0">
              <a:spcBef>
                <a:spcPts val="0"/>
              </a:spcBef>
              <a:buNone/>
            </a:pPr>
            <a:endParaRPr lang="en-US" sz="1400" dirty="0"/>
          </a:p>
          <a:p>
            <a:pPr marL="0" indent="0">
              <a:spcBef>
                <a:spcPts val="0"/>
              </a:spcBef>
              <a:buNone/>
            </a:pPr>
            <a:r>
              <a:rPr lang="en-US" sz="1400" b="1" dirty="0"/>
              <a:t>Step4: </a:t>
            </a:r>
            <a:r>
              <a:rPr lang="en-US" sz="1400" dirty="0"/>
              <a:t>Created custom columns i.e. Day, Week, Hours, Humidity, </a:t>
            </a:r>
            <a:r>
              <a:rPr lang="en-US" sz="1400" dirty="0" err="1"/>
              <a:t>WeatherSituation</a:t>
            </a:r>
            <a:r>
              <a:rPr lang="en-US" sz="1400" dirty="0"/>
              <a:t>, Windspeed2 and Temperature to simplify the analysis and ease     creation of PIVOT tables.</a:t>
            </a:r>
          </a:p>
          <a:p>
            <a:pPr marL="0" indent="0">
              <a:spcBef>
                <a:spcPts val="2500"/>
              </a:spcBef>
              <a:buNone/>
            </a:pPr>
            <a:endParaRPr lang="en-US" sz="1400" dirty="0"/>
          </a:p>
        </p:txBody>
      </p:sp>
      <p:sp>
        <p:nvSpPr>
          <p:cNvPr id="4" name="Content Placeholder 6">
            <a:extLst>
              <a:ext uri="{FF2B5EF4-FFF2-40B4-BE49-F238E27FC236}">
                <a16:creationId xmlns:a16="http://schemas.microsoft.com/office/drawing/2014/main" id="{EB415814-9200-5F2F-BD06-4E725C84AE45}"/>
              </a:ext>
            </a:extLst>
          </p:cNvPr>
          <p:cNvSpPr txBox="1">
            <a:spLocks/>
          </p:cNvSpPr>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00500" y="3247550"/>
            <a:ext cx="11434817" cy="1570902"/>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2500"/>
              </a:spcBef>
              <a:buNone/>
            </a:pPr>
            <a:endParaRPr lang="en-US" sz="1500" b="1" dirty="0"/>
          </a:p>
        </p:txBody>
      </p:sp>
    </p:spTree>
    <p:extLst>
      <p:ext uri="{BB962C8B-B14F-4D97-AF65-F5344CB8AC3E}">
        <p14:creationId xmlns:p14="http://schemas.microsoft.com/office/powerpoint/2010/main" val="36072177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nodePh="1">
                                  <p:stCondLst>
                                    <p:cond delay="250"/>
                                  </p:stCondLst>
                                  <p:endCondLst>
                                    <p:cond evt="begin" delay="0">
                                      <p:tn val="8"/>
                                    </p:cond>
                                  </p:endCondLst>
                                  <p:iterate>
                                    <p:tmPct val="10000"/>
                                  </p:iterate>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E9588-CFB8-8BCE-B8C4-C65B31D6C57B}"/>
              </a:ext>
            </a:extLst>
          </p:cNvPr>
          <p:cNvSpPr>
            <a:spLocks noGrp="1"/>
          </p:cNvSpPr>
          <p:nvPr>
            <p:ph type="title"/>
          </p:nvPr>
        </p:nvSpPr>
        <p:spPr>
          <a:xfrm>
            <a:off x="305880" y="621342"/>
            <a:ext cx="11253668" cy="1106424"/>
          </a:xfrm>
        </p:spPr>
        <p:txBody>
          <a:bodyPr anchor="b">
            <a:normAutofit/>
          </a:bodyPr>
          <a:lstStyle/>
          <a:p>
            <a:r>
              <a:rPr lang="en-IN" sz="4000" dirty="0"/>
              <a:t>Effect of Weather Situation</a:t>
            </a:r>
          </a:p>
        </p:txBody>
      </p:sp>
      <p:sp>
        <p:nvSpPr>
          <p:cNvPr id="5" name="Date Placeholder 4">
            <a:extLst>
              <a:ext uri="{FF2B5EF4-FFF2-40B4-BE49-F238E27FC236}">
                <a16:creationId xmlns:a16="http://schemas.microsoft.com/office/drawing/2014/main" id="{AEAB7F03-F257-BA15-69F2-DCD75E7E5429}"/>
              </a:ext>
            </a:extLst>
          </p:cNvPr>
          <p:cNvSpPr>
            <a:spLocks noGrp="1"/>
          </p:cNvSpPr>
          <p:nvPr>
            <p:ph type="dt" sz="half" idx="10"/>
          </p:nvPr>
        </p:nvSpPr>
        <p:spPr>
          <a:xfrm>
            <a:off x="7680069" y="207982"/>
            <a:ext cx="1921315" cy="413360"/>
          </a:xfrm>
        </p:spPr>
        <p:txBody>
          <a:bodyPr anchor="ctr">
            <a:normAutofit/>
          </a:bodyPr>
          <a:lstStyle/>
          <a:p>
            <a:pPr>
              <a:spcAft>
                <a:spcPts val="600"/>
              </a:spcAft>
            </a:pPr>
            <a:fld id="{20D15516-589F-487D-BF51-9635DCEA90D5}" type="datetime1">
              <a:rPr lang="en-US" smtClean="0"/>
              <a:pPr>
                <a:spcAft>
                  <a:spcPts val="600"/>
                </a:spcAft>
              </a:pPr>
              <a:t>10/23/2025</a:t>
            </a:fld>
            <a:endParaRPr lang="en-US"/>
          </a:p>
        </p:txBody>
      </p:sp>
      <p:sp>
        <p:nvSpPr>
          <p:cNvPr id="6" name="Slide Number Placeholder 5">
            <a:extLst>
              <a:ext uri="{FF2B5EF4-FFF2-40B4-BE49-F238E27FC236}">
                <a16:creationId xmlns:a16="http://schemas.microsoft.com/office/drawing/2014/main" id="{7954DB46-CBB1-1BDE-4110-A526CC876B8D}"/>
              </a:ext>
            </a:extLst>
          </p:cNvPr>
          <p:cNvSpPr>
            <a:spLocks noGrp="1"/>
          </p:cNvSpPr>
          <p:nvPr>
            <p:ph type="sldNum" sz="quarter" idx="12"/>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6</a:t>
            </a:fld>
            <a:endParaRPr lang="en-US"/>
          </a:p>
        </p:txBody>
      </p:sp>
      <p:graphicFrame>
        <p:nvGraphicFramePr>
          <p:cNvPr id="7" name="Content Placeholder 7">
            <a:extLst>
              <a:ext uri="{FF2B5EF4-FFF2-40B4-BE49-F238E27FC236}">
                <a16:creationId xmlns:a16="http://schemas.microsoft.com/office/drawing/2014/main" id="{945D85A0-04FF-49D4-8A24-DEFFC8295777}"/>
              </a:ext>
            </a:extLst>
          </p:cNvPr>
          <p:cNvGraphicFramePr>
            <a:graphicFrameLocks noGrp="1"/>
          </p:cNvGraphicFramePr>
          <p:nvPr>
            <p:ph idx="1"/>
            <p:extLst>
              <p:ext uri="{D42A27DB-BD31-4B8C-83A1-F6EECF244321}">
                <p14:modId xmlns:p14="http://schemas.microsoft.com/office/powerpoint/2010/main" val="993260282"/>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320559" y="2139696"/>
          <a:ext cx="5612155" cy="428853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3" name="Chart 2">
            <a:extLst>
              <a:ext uri="{FF2B5EF4-FFF2-40B4-BE49-F238E27FC236}">
                <a16:creationId xmlns:a16="http://schemas.microsoft.com/office/drawing/2014/main" id="{9478337A-FE72-8EB1-AD94-A586C6C397B2}"/>
              </a:ext>
            </a:extLst>
          </p:cNvPr>
          <p:cNvGraphicFramePr>
            <a:graphicFrameLocks/>
          </p:cNvGraphicFramePr>
          <p:nvPr>
            <p:extLst>
              <p:ext uri="{D42A27DB-BD31-4B8C-83A1-F6EECF244321}">
                <p14:modId xmlns:p14="http://schemas.microsoft.com/office/powerpoint/2010/main" val="3541791851"/>
              </p:ext>
            </p:extLst>
          </p:nvPr>
        </p:nvGraphicFramePr>
        <p:xfrm>
          <a:off x="6259288" y="2476220"/>
          <a:ext cx="5932712" cy="2803351"/>
        </p:xfrm>
        <a:graphic>
          <a:graphicData uri="http://schemas.openxmlformats.org/drawingml/2006/chart">
            <c:chart xmlns:c="http://schemas.openxmlformats.org/drawingml/2006/chart" xmlns:r="http://schemas.openxmlformats.org/officeDocument/2006/relationships" r:id="rId8"/>
          </a:graphicData>
        </a:graphic>
      </p:graphicFrame>
    </p:spTree>
    <p:extLst>
      <p:ext uri="{BB962C8B-B14F-4D97-AF65-F5344CB8AC3E}">
        <p14:creationId xmlns:p14="http://schemas.microsoft.com/office/powerpoint/2010/main" val="2020706769"/>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65945-9922-FD27-97B7-2C7AD85E5D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3E6FDA-FE61-A931-A0B2-36F2C1CDE51C}"/>
              </a:ext>
            </a:extLst>
          </p:cNvPr>
          <p:cNvSpPr>
            <a:spLocks noGrp="1"/>
          </p:cNvSpPr>
          <p:nvPr>
            <p:ph type="title"/>
          </p:nvPr>
        </p:nvSpPr>
        <p:spPr>
          <a:xfrm>
            <a:off x="305880" y="621342"/>
            <a:ext cx="11253668" cy="1106424"/>
          </a:xfrm>
        </p:spPr>
        <p:txBody>
          <a:bodyPr anchor="b">
            <a:normAutofit/>
          </a:bodyPr>
          <a:lstStyle/>
          <a:p>
            <a:r>
              <a:rPr lang="en-IN" sz="4000" dirty="0"/>
              <a:t>Effect of Week And Day</a:t>
            </a:r>
          </a:p>
        </p:txBody>
      </p:sp>
      <p:sp>
        <p:nvSpPr>
          <p:cNvPr id="5" name="Date Placeholder 4">
            <a:extLst>
              <a:ext uri="{FF2B5EF4-FFF2-40B4-BE49-F238E27FC236}">
                <a16:creationId xmlns:a16="http://schemas.microsoft.com/office/drawing/2014/main" id="{6DB33AD9-3F62-3DF0-E2D4-EC0757108E8C}"/>
              </a:ext>
            </a:extLst>
          </p:cNvPr>
          <p:cNvSpPr>
            <a:spLocks noGrp="1"/>
          </p:cNvSpPr>
          <p:nvPr>
            <p:ph type="dt" sz="half" idx="10"/>
          </p:nvPr>
        </p:nvSpPr>
        <p:spPr>
          <a:xfrm>
            <a:off x="7680069" y="207982"/>
            <a:ext cx="1921315" cy="413360"/>
          </a:xfrm>
        </p:spPr>
        <p:txBody>
          <a:bodyPr anchor="ctr">
            <a:normAutofit/>
          </a:bodyPr>
          <a:lstStyle/>
          <a:p>
            <a:pPr>
              <a:spcAft>
                <a:spcPts val="600"/>
              </a:spcAft>
            </a:pPr>
            <a:fld id="{20D15516-589F-487D-BF51-9635DCEA90D5}" type="datetime1">
              <a:rPr lang="en-US" smtClean="0"/>
              <a:pPr>
                <a:spcAft>
                  <a:spcPts val="600"/>
                </a:spcAft>
              </a:pPr>
              <a:t>10/23/2025</a:t>
            </a:fld>
            <a:endParaRPr lang="en-US"/>
          </a:p>
        </p:txBody>
      </p:sp>
      <p:sp>
        <p:nvSpPr>
          <p:cNvPr id="6" name="Slide Number Placeholder 5">
            <a:extLst>
              <a:ext uri="{FF2B5EF4-FFF2-40B4-BE49-F238E27FC236}">
                <a16:creationId xmlns:a16="http://schemas.microsoft.com/office/drawing/2014/main" id="{5A2973E5-0F2C-9026-EE15-D92943C83C86}"/>
              </a:ext>
            </a:extLst>
          </p:cNvPr>
          <p:cNvSpPr>
            <a:spLocks noGrp="1"/>
          </p:cNvSpPr>
          <p:nvPr>
            <p:ph type="sldNum" sz="quarter" idx="12"/>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7</a:t>
            </a:fld>
            <a:endParaRPr lang="en-US"/>
          </a:p>
        </p:txBody>
      </p:sp>
      <p:graphicFrame>
        <p:nvGraphicFramePr>
          <p:cNvPr id="4" name="Chart 3">
            <a:extLst>
              <a:ext uri="{FF2B5EF4-FFF2-40B4-BE49-F238E27FC236}">
                <a16:creationId xmlns:a16="http://schemas.microsoft.com/office/drawing/2014/main" id="{74020472-5023-B65A-AB4D-DF5E5FAABCF0}"/>
              </a:ext>
            </a:extLst>
          </p:cNvPr>
          <p:cNvGraphicFramePr>
            <a:graphicFrameLocks/>
          </p:cNvGraphicFramePr>
          <p:nvPr>
            <p:extLst>
              <p:ext uri="{D42A27DB-BD31-4B8C-83A1-F6EECF244321}">
                <p14:modId xmlns:p14="http://schemas.microsoft.com/office/powerpoint/2010/main" val="1789436926"/>
              </p:ext>
            </p:extLst>
          </p:nvPr>
        </p:nvGraphicFramePr>
        <p:xfrm>
          <a:off x="5932714" y="2243763"/>
          <a:ext cx="6161315" cy="2747550"/>
        </p:xfrm>
        <a:graphic>
          <a:graphicData uri="http://schemas.openxmlformats.org/drawingml/2006/chart">
            <c:chart xmlns:c="http://schemas.openxmlformats.org/drawingml/2006/chart" xmlns:r="http://schemas.openxmlformats.org/officeDocument/2006/relationships" r:id="rId3"/>
          </a:graphicData>
        </a:graphic>
      </p:graphicFrame>
      <p:sp>
        <p:nvSpPr>
          <p:cNvPr id="10" name="Content Placeholder 9">
            <a:extLst>
              <a:ext uri="{FF2B5EF4-FFF2-40B4-BE49-F238E27FC236}">
                <a16:creationId xmlns:a16="http://schemas.microsoft.com/office/drawing/2014/main" id="{F5C5CE72-E724-7870-CBC3-15300060F1C0}"/>
              </a:ext>
            </a:extLst>
          </p:cNvPr>
          <p:cNvSpPr>
            <a:spLocks noGrp="1"/>
          </p:cNvSpPr>
          <p:nvPr>
            <p:ph idx="1"/>
          </p:nvPr>
        </p:nvSpPr>
        <p:spPr>
          <a:xfrm>
            <a:off x="320675" y="2139950"/>
            <a:ext cx="5318125" cy="4287838"/>
          </a:xfrm>
        </p:spPr>
        <p:txBody>
          <a:bodyPr>
            <a:normAutofit/>
          </a:bodyPr>
          <a:lstStyle/>
          <a:p>
            <a:pPr marL="0" lvl="0" indent="0">
              <a:lnSpc>
                <a:spcPct val="100000"/>
              </a:lnSpc>
              <a:buNone/>
              <a:defRPr b="1"/>
            </a:pPr>
            <a:endParaRPr lang="en-US" sz="1400" b="1" dirty="0"/>
          </a:p>
          <a:p>
            <a:pPr marL="0" lvl="0" indent="0">
              <a:lnSpc>
                <a:spcPct val="100000"/>
              </a:lnSpc>
              <a:buNone/>
              <a:defRPr b="1"/>
            </a:pPr>
            <a:r>
              <a:rPr lang="en-IN" sz="1400" dirty="0"/>
              <a:t>Weekend</a:t>
            </a:r>
          </a:p>
          <a:p>
            <a:pPr marL="0" lvl="0" indent="0">
              <a:lnSpc>
                <a:spcPct val="100000"/>
              </a:lnSpc>
              <a:buNone/>
            </a:pPr>
            <a:r>
              <a:rPr lang="en-US" sz="1400" dirty="0"/>
              <a:t>Weekend starting from weekend eve(Friday) has a potential to show higher rentals as users will have more time to spend on hobbies.</a:t>
            </a:r>
          </a:p>
          <a:p>
            <a:pPr marL="0" lvl="0" indent="0">
              <a:lnSpc>
                <a:spcPct val="100000"/>
              </a:lnSpc>
              <a:buNone/>
            </a:pPr>
            <a:endParaRPr lang="en-IN" sz="1400" dirty="0"/>
          </a:p>
          <a:p>
            <a:pPr marL="0" lvl="0" indent="0">
              <a:lnSpc>
                <a:spcPct val="100000"/>
              </a:lnSpc>
              <a:buNone/>
              <a:defRPr b="1"/>
            </a:pPr>
            <a:r>
              <a:rPr lang="en-IN" sz="1400" dirty="0"/>
              <a:t>Weekday</a:t>
            </a:r>
          </a:p>
          <a:p>
            <a:pPr marL="0" lvl="0" indent="0">
              <a:lnSpc>
                <a:spcPct val="100000"/>
              </a:lnSpc>
              <a:buNone/>
            </a:pPr>
            <a:r>
              <a:rPr lang="en-US" sz="1400" dirty="0"/>
              <a:t>On weekdays, rental trend would be almost consistent and predictable.</a:t>
            </a:r>
          </a:p>
          <a:p>
            <a:pPr marL="0" indent="0">
              <a:spcBef>
                <a:spcPts val="2500"/>
              </a:spcBef>
              <a:buNone/>
            </a:pPr>
            <a:r>
              <a:rPr lang="en-US" sz="1400" b="1" dirty="0"/>
              <a:t>Adjusting Fleet Management</a:t>
            </a:r>
          </a:p>
          <a:p>
            <a:pPr marL="0" lvl="1" indent="0">
              <a:buNone/>
            </a:pPr>
            <a:r>
              <a:rPr lang="en-US" sz="1400" dirty="0"/>
              <a:t>Fleet management strategies must adapt to changes in rental patterns during weekends and holidays.</a:t>
            </a:r>
          </a:p>
          <a:p>
            <a:pPr marL="0" lvl="0" indent="0">
              <a:lnSpc>
                <a:spcPct val="100000"/>
              </a:lnSpc>
              <a:buNone/>
            </a:pPr>
            <a:endParaRPr lang="en-IN" sz="1400" dirty="0"/>
          </a:p>
        </p:txBody>
      </p:sp>
    </p:spTree>
    <p:extLst>
      <p:ext uri="{BB962C8B-B14F-4D97-AF65-F5344CB8AC3E}">
        <p14:creationId xmlns:p14="http://schemas.microsoft.com/office/powerpoint/2010/main" val="1807960215"/>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2D4AE3-31A3-BB26-701E-77BC3795B1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79F34E-9257-C96E-57D7-7F3733EB9B3F}"/>
              </a:ext>
            </a:extLst>
          </p:cNvPr>
          <p:cNvSpPr>
            <a:spLocks noGrp="1"/>
          </p:cNvSpPr>
          <p:nvPr>
            <p:ph type="title"/>
          </p:nvPr>
        </p:nvSpPr>
        <p:spPr>
          <a:xfrm>
            <a:off x="305880" y="621342"/>
            <a:ext cx="11253668" cy="1106424"/>
          </a:xfrm>
        </p:spPr>
        <p:txBody>
          <a:bodyPr anchor="b">
            <a:normAutofit/>
          </a:bodyPr>
          <a:lstStyle/>
          <a:p>
            <a:r>
              <a:rPr lang="en-IN" sz="4000" dirty="0"/>
              <a:t>Effect of Hourly trend</a:t>
            </a:r>
          </a:p>
        </p:txBody>
      </p:sp>
      <p:sp>
        <p:nvSpPr>
          <p:cNvPr id="5" name="Date Placeholder 4">
            <a:extLst>
              <a:ext uri="{FF2B5EF4-FFF2-40B4-BE49-F238E27FC236}">
                <a16:creationId xmlns:a16="http://schemas.microsoft.com/office/drawing/2014/main" id="{320D5D46-1946-F805-D756-FE4063022F48}"/>
              </a:ext>
            </a:extLst>
          </p:cNvPr>
          <p:cNvSpPr>
            <a:spLocks noGrp="1"/>
          </p:cNvSpPr>
          <p:nvPr>
            <p:ph type="dt" sz="half" idx="10"/>
          </p:nvPr>
        </p:nvSpPr>
        <p:spPr>
          <a:xfrm>
            <a:off x="7680069" y="207982"/>
            <a:ext cx="1921315" cy="413360"/>
          </a:xfrm>
        </p:spPr>
        <p:txBody>
          <a:bodyPr anchor="ctr">
            <a:normAutofit/>
          </a:bodyPr>
          <a:lstStyle/>
          <a:p>
            <a:pPr>
              <a:spcAft>
                <a:spcPts val="600"/>
              </a:spcAft>
            </a:pPr>
            <a:fld id="{20D15516-589F-487D-BF51-9635DCEA90D5}" type="datetime1">
              <a:rPr lang="en-US" smtClean="0"/>
              <a:pPr>
                <a:spcAft>
                  <a:spcPts val="600"/>
                </a:spcAft>
              </a:pPr>
              <a:t>10/23/2025</a:t>
            </a:fld>
            <a:endParaRPr lang="en-US"/>
          </a:p>
        </p:txBody>
      </p:sp>
      <p:sp>
        <p:nvSpPr>
          <p:cNvPr id="6" name="Slide Number Placeholder 5">
            <a:extLst>
              <a:ext uri="{FF2B5EF4-FFF2-40B4-BE49-F238E27FC236}">
                <a16:creationId xmlns:a16="http://schemas.microsoft.com/office/drawing/2014/main" id="{D7B0D189-CEC8-4C54-F1F5-4C5F164C4547}"/>
              </a:ext>
            </a:extLst>
          </p:cNvPr>
          <p:cNvSpPr>
            <a:spLocks noGrp="1"/>
          </p:cNvSpPr>
          <p:nvPr>
            <p:ph type="sldNum" sz="quarter" idx="12"/>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8</a:t>
            </a:fld>
            <a:endParaRPr lang="en-US"/>
          </a:p>
        </p:txBody>
      </p:sp>
      <p:graphicFrame>
        <p:nvGraphicFramePr>
          <p:cNvPr id="4" name="Chart 3">
            <a:extLst>
              <a:ext uri="{FF2B5EF4-FFF2-40B4-BE49-F238E27FC236}">
                <a16:creationId xmlns:a16="http://schemas.microsoft.com/office/drawing/2014/main" id="{2EB0DC82-0CDC-1A5C-C35B-3EC504F5F8A0}"/>
              </a:ext>
            </a:extLst>
          </p:cNvPr>
          <p:cNvGraphicFramePr>
            <a:graphicFrameLocks/>
          </p:cNvGraphicFramePr>
          <p:nvPr>
            <p:extLst>
              <p:ext uri="{D42A27DB-BD31-4B8C-83A1-F6EECF244321}">
                <p14:modId xmlns:p14="http://schemas.microsoft.com/office/powerpoint/2010/main" val="338573846"/>
              </p:ext>
            </p:extLst>
          </p:nvPr>
        </p:nvGraphicFramePr>
        <p:xfrm>
          <a:off x="5932715" y="1983271"/>
          <a:ext cx="6172200" cy="3980030"/>
        </p:xfrm>
        <a:graphic>
          <a:graphicData uri="http://schemas.openxmlformats.org/drawingml/2006/chart">
            <c:chart xmlns:c="http://schemas.openxmlformats.org/drawingml/2006/chart" xmlns:r="http://schemas.openxmlformats.org/officeDocument/2006/relationships" r:id="rId3"/>
          </a:graphicData>
        </a:graphic>
      </p:graphicFrame>
      <p:sp>
        <p:nvSpPr>
          <p:cNvPr id="8" name="Content Placeholder 6">
            <a:extLst>
              <a:ext uri="{FF2B5EF4-FFF2-40B4-BE49-F238E27FC236}">
                <a16:creationId xmlns:a16="http://schemas.microsoft.com/office/drawing/2014/main" id="{BE86E4D3-5CC3-6749-1738-E88C4F84CFBA}"/>
              </a:ext>
            </a:extLst>
          </p:cNvPr>
          <p:cNvSpPr txBox="1">
            <a:spLocks/>
          </p:cNvSpPr>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8269" y="2570162"/>
            <a:ext cx="5503182" cy="4287838"/>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2500"/>
              </a:spcBef>
              <a:buFont typeface="Arial" panose="020B0604020202020204" pitchFamily="34" charset="0"/>
              <a:buNone/>
            </a:pPr>
            <a:endParaRPr lang="en-IN" dirty="0"/>
          </a:p>
        </p:txBody>
      </p:sp>
      <p:sp>
        <p:nvSpPr>
          <p:cNvPr id="10" name="Content Placeholder 9">
            <a:extLst>
              <a:ext uri="{FF2B5EF4-FFF2-40B4-BE49-F238E27FC236}">
                <a16:creationId xmlns:a16="http://schemas.microsoft.com/office/drawing/2014/main" id="{9DDC3091-276F-2CBA-F16C-38B2492EE121}"/>
              </a:ext>
            </a:extLst>
          </p:cNvPr>
          <p:cNvSpPr>
            <a:spLocks noGrp="1"/>
          </p:cNvSpPr>
          <p:nvPr>
            <p:ph idx="1"/>
          </p:nvPr>
        </p:nvSpPr>
        <p:spPr>
          <a:xfrm>
            <a:off x="320559" y="2139696"/>
            <a:ext cx="5503182" cy="4288536"/>
          </a:xfrm>
        </p:spPr>
        <p:txBody>
          <a:bodyPr>
            <a:normAutofit/>
          </a:bodyPr>
          <a:lstStyle/>
          <a:p>
            <a:pPr marL="0" lvl="0" indent="0">
              <a:lnSpc>
                <a:spcPct val="100000"/>
              </a:lnSpc>
              <a:buNone/>
              <a:defRPr b="1"/>
            </a:pPr>
            <a:r>
              <a:rPr lang="en-IN" sz="1400" dirty="0"/>
              <a:t>Off Hours</a:t>
            </a:r>
          </a:p>
          <a:p>
            <a:pPr marL="0" lvl="0" indent="0">
              <a:lnSpc>
                <a:spcPct val="100000"/>
              </a:lnSpc>
              <a:buNone/>
            </a:pPr>
            <a:r>
              <a:rPr lang="en-IN" sz="1400" dirty="0"/>
              <a:t>During late nights till morning, users usually not opt for biking.</a:t>
            </a:r>
            <a:endParaRPr lang="en-US" sz="1400" b="1" dirty="0"/>
          </a:p>
          <a:p>
            <a:pPr marL="0" indent="0">
              <a:spcBef>
                <a:spcPts val="2500"/>
              </a:spcBef>
              <a:buNone/>
            </a:pPr>
            <a:r>
              <a:rPr lang="en-US" sz="1400" b="1" dirty="0"/>
              <a:t>Morning and Evening Peaks</a:t>
            </a:r>
          </a:p>
          <a:p>
            <a:pPr marL="0" lvl="1" indent="0">
              <a:buNone/>
            </a:pPr>
            <a:r>
              <a:rPr lang="en-US" sz="1400" dirty="0"/>
              <a:t>Rental activity is highest during morning and evening commute hours, driven by workers and students.</a:t>
            </a:r>
          </a:p>
          <a:p>
            <a:pPr marL="0" indent="0">
              <a:spcBef>
                <a:spcPts val="2500"/>
              </a:spcBef>
              <a:buNone/>
            </a:pPr>
            <a:r>
              <a:rPr lang="en-US" sz="1400" b="1" dirty="0"/>
              <a:t>Optimizing Bike Distribution</a:t>
            </a:r>
          </a:p>
          <a:p>
            <a:pPr marL="0" lvl="1" indent="0">
              <a:buNone/>
            </a:pPr>
            <a:r>
              <a:rPr lang="en-US" sz="1400" dirty="0"/>
              <a:t>Analyzing commuter rental data helps optimize bike distribution to improve availability and service.</a:t>
            </a:r>
          </a:p>
          <a:p>
            <a:pPr marL="0" lvl="0" indent="0">
              <a:lnSpc>
                <a:spcPct val="100000"/>
              </a:lnSpc>
              <a:buNone/>
              <a:defRPr b="1"/>
            </a:pPr>
            <a:endParaRPr lang="en-IN" sz="1400" dirty="0"/>
          </a:p>
        </p:txBody>
      </p:sp>
    </p:spTree>
    <p:extLst>
      <p:ext uri="{BB962C8B-B14F-4D97-AF65-F5344CB8AC3E}">
        <p14:creationId xmlns:p14="http://schemas.microsoft.com/office/powerpoint/2010/main" val="195203225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250"/>
                                  </p:stCondLst>
                                  <p:endCondLst>
                                    <p:cond evt="begin" delay="0">
                                      <p:tn val="5"/>
                                    </p:cond>
                                  </p:end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694E2-82E9-50B6-BAF8-A9641CB812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2AA55E-CE61-7608-29C1-B68D1BD91F79}"/>
              </a:ext>
            </a:extLst>
          </p:cNvPr>
          <p:cNvSpPr>
            <a:spLocks noGrp="1"/>
          </p:cNvSpPr>
          <p:nvPr>
            <p:ph type="title"/>
          </p:nvPr>
        </p:nvSpPr>
        <p:spPr>
          <a:xfrm>
            <a:off x="305880" y="621342"/>
            <a:ext cx="11253668" cy="1106424"/>
          </a:xfrm>
        </p:spPr>
        <p:txBody>
          <a:bodyPr anchor="b">
            <a:normAutofit/>
          </a:bodyPr>
          <a:lstStyle/>
          <a:p>
            <a:r>
              <a:rPr lang="en-IN" sz="4000" dirty="0"/>
              <a:t>Impact of Humidity</a:t>
            </a:r>
          </a:p>
        </p:txBody>
      </p:sp>
      <p:sp>
        <p:nvSpPr>
          <p:cNvPr id="5" name="Date Placeholder 4">
            <a:extLst>
              <a:ext uri="{FF2B5EF4-FFF2-40B4-BE49-F238E27FC236}">
                <a16:creationId xmlns:a16="http://schemas.microsoft.com/office/drawing/2014/main" id="{8C378F78-5680-A191-4EEA-75EB7182597D}"/>
              </a:ext>
            </a:extLst>
          </p:cNvPr>
          <p:cNvSpPr>
            <a:spLocks noGrp="1"/>
          </p:cNvSpPr>
          <p:nvPr>
            <p:ph type="dt" sz="half" idx="10"/>
          </p:nvPr>
        </p:nvSpPr>
        <p:spPr>
          <a:xfrm>
            <a:off x="7680069" y="207982"/>
            <a:ext cx="1921315" cy="413360"/>
          </a:xfrm>
        </p:spPr>
        <p:txBody>
          <a:bodyPr anchor="ctr">
            <a:normAutofit/>
          </a:bodyPr>
          <a:lstStyle/>
          <a:p>
            <a:pPr>
              <a:spcAft>
                <a:spcPts val="600"/>
              </a:spcAft>
            </a:pPr>
            <a:fld id="{20D15516-589F-487D-BF51-9635DCEA90D5}" type="datetime1">
              <a:rPr lang="en-US" smtClean="0"/>
              <a:pPr>
                <a:spcAft>
                  <a:spcPts val="600"/>
                </a:spcAft>
              </a:pPr>
              <a:t>10/23/2025</a:t>
            </a:fld>
            <a:endParaRPr lang="en-US"/>
          </a:p>
        </p:txBody>
      </p:sp>
      <p:sp>
        <p:nvSpPr>
          <p:cNvPr id="6" name="Slide Number Placeholder 5">
            <a:extLst>
              <a:ext uri="{FF2B5EF4-FFF2-40B4-BE49-F238E27FC236}">
                <a16:creationId xmlns:a16="http://schemas.microsoft.com/office/drawing/2014/main" id="{AECE3A9F-64F5-8614-B800-F4B67C6502E7}"/>
              </a:ext>
            </a:extLst>
          </p:cNvPr>
          <p:cNvSpPr>
            <a:spLocks noGrp="1"/>
          </p:cNvSpPr>
          <p:nvPr>
            <p:ph type="sldNum" sz="quarter" idx="12"/>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9</a:t>
            </a:fld>
            <a:endParaRPr lang="en-US"/>
          </a:p>
        </p:txBody>
      </p:sp>
      <p:sp>
        <p:nvSpPr>
          <p:cNvPr id="9" name="Content Placeholder 6">
            <a:extLst>
              <a:ext uri="{FF2B5EF4-FFF2-40B4-BE49-F238E27FC236}">
                <a16:creationId xmlns:a16="http://schemas.microsoft.com/office/drawing/2014/main" id="{24F9DF0C-E2A7-F6A4-E30B-BE6D0FB8D38E}"/>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278212" y="2141126"/>
            <a:ext cx="5110217" cy="4287838"/>
          </a:xfrm>
        </p:spPr>
        <p:txBody>
          <a:bodyPr>
            <a:normAutofit/>
          </a:bodyPr>
          <a:lstStyle/>
          <a:p>
            <a:pPr marL="0" indent="0">
              <a:spcBef>
                <a:spcPts val="2500"/>
              </a:spcBef>
              <a:buFont typeface="Arial" panose="020B0604020202020204" pitchFamily="34" charset="0"/>
              <a:buNone/>
            </a:pPr>
            <a:r>
              <a:rPr lang="en-US" sz="1400" b="1" dirty="0"/>
              <a:t>High Humidity</a:t>
            </a:r>
          </a:p>
          <a:p>
            <a:pPr marL="0" lvl="1" indent="0">
              <a:buFont typeface="Arial" panose="020B0604020202020204" pitchFamily="34" charset="0"/>
              <a:buNone/>
            </a:pPr>
            <a:r>
              <a:rPr lang="en-US" sz="1400" dirty="0"/>
              <a:t>High humidity reduces rider comfort, making biking less enjoyable during warm days.</a:t>
            </a:r>
          </a:p>
          <a:p>
            <a:pPr marL="0" indent="0">
              <a:spcBef>
                <a:spcPts val="2500"/>
              </a:spcBef>
              <a:buFont typeface="Arial" panose="020B0604020202020204" pitchFamily="34" charset="0"/>
              <a:buNone/>
            </a:pPr>
            <a:r>
              <a:rPr lang="en-US" sz="1400" b="1" dirty="0"/>
              <a:t>Effect on Rental                                                                            </a:t>
            </a:r>
            <a:r>
              <a:rPr lang="en-US" sz="1400" dirty="0"/>
              <a:t>Increased humidity leads to fewer bike rentals due to decreased comfort levels.</a:t>
            </a:r>
          </a:p>
          <a:p>
            <a:pPr marL="0" indent="0">
              <a:spcBef>
                <a:spcPts val="2500"/>
              </a:spcBef>
              <a:buFont typeface="Arial" panose="020B0604020202020204" pitchFamily="34" charset="0"/>
              <a:buNone/>
            </a:pPr>
            <a:r>
              <a:rPr lang="en-US" sz="1400" b="1" dirty="0"/>
              <a:t>Low/ </a:t>
            </a:r>
            <a:r>
              <a:rPr lang="en-US" sz="1400" b="1" dirty="0" err="1"/>
              <a:t>ModerateHumidity</a:t>
            </a:r>
            <a:endParaRPr lang="en-US" sz="1400" b="1" dirty="0"/>
          </a:p>
          <a:p>
            <a:pPr marL="0" lvl="1" indent="0">
              <a:buFont typeface="Arial" panose="020B0604020202020204" pitchFamily="34" charset="0"/>
              <a:buNone/>
            </a:pPr>
            <a:r>
              <a:rPr lang="en-US" sz="1400" dirty="0"/>
              <a:t>Lower humidity improves rider comfort and encourages higher bike rental activity.</a:t>
            </a:r>
          </a:p>
        </p:txBody>
      </p:sp>
      <p:graphicFrame>
        <p:nvGraphicFramePr>
          <p:cNvPr id="14" name="Chart 13">
            <a:extLst>
              <a:ext uri="{FF2B5EF4-FFF2-40B4-BE49-F238E27FC236}">
                <a16:creationId xmlns:a16="http://schemas.microsoft.com/office/drawing/2014/main" id="{7446E9A4-C363-4EAA-D436-71BA4A188D2A}"/>
              </a:ext>
            </a:extLst>
          </p:cNvPr>
          <p:cNvGraphicFramePr>
            <a:graphicFrameLocks/>
          </p:cNvGraphicFramePr>
          <p:nvPr>
            <p:extLst>
              <p:ext uri="{D42A27DB-BD31-4B8C-83A1-F6EECF244321}">
                <p14:modId xmlns:p14="http://schemas.microsoft.com/office/powerpoint/2010/main" val="3949202353"/>
              </p:ext>
            </p:extLst>
          </p:nvPr>
        </p:nvGraphicFramePr>
        <p:xfrm>
          <a:off x="5524080" y="2203931"/>
          <a:ext cx="6564925" cy="292630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52701010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FF448-527F-1653-D301-5E0CB484B4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545A8F-B5AD-63E1-E6D1-EBFC1C57520B}"/>
              </a:ext>
            </a:extLst>
          </p:cNvPr>
          <p:cNvSpPr>
            <a:spLocks noGrp="1"/>
          </p:cNvSpPr>
          <p:nvPr>
            <p:ph type="title"/>
          </p:nvPr>
        </p:nvSpPr>
        <p:spPr>
          <a:xfrm>
            <a:off x="305880" y="621342"/>
            <a:ext cx="11253668" cy="1106424"/>
          </a:xfrm>
        </p:spPr>
        <p:txBody>
          <a:bodyPr anchor="b">
            <a:normAutofit/>
          </a:bodyPr>
          <a:lstStyle/>
          <a:p>
            <a:r>
              <a:rPr lang="en-IN" sz="4000" dirty="0"/>
              <a:t>Impact of Temperature</a:t>
            </a:r>
          </a:p>
        </p:txBody>
      </p:sp>
      <p:sp>
        <p:nvSpPr>
          <p:cNvPr id="5" name="Date Placeholder 4">
            <a:extLst>
              <a:ext uri="{FF2B5EF4-FFF2-40B4-BE49-F238E27FC236}">
                <a16:creationId xmlns:a16="http://schemas.microsoft.com/office/drawing/2014/main" id="{9ABD935F-7877-90D2-4560-323D962B70F5}"/>
              </a:ext>
            </a:extLst>
          </p:cNvPr>
          <p:cNvSpPr>
            <a:spLocks noGrp="1"/>
          </p:cNvSpPr>
          <p:nvPr>
            <p:ph type="dt" sz="half" idx="10"/>
          </p:nvPr>
        </p:nvSpPr>
        <p:spPr>
          <a:xfrm>
            <a:off x="7680069" y="207982"/>
            <a:ext cx="1921315" cy="413360"/>
          </a:xfrm>
        </p:spPr>
        <p:txBody>
          <a:bodyPr anchor="ctr">
            <a:normAutofit/>
          </a:bodyPr>
          <a:lstStyle/>
          <a:p>
            <a:pPr>
              <a:spcAft>
                <a:spcPts val="600"/>
              </a:spcAft>
            </a:pPr>
            <a:fld id="{20D15516-589F-487D-BF51-9635DCEA90D5}" type="datetime1">
              <a:rPr lang="en-US" smtClean="0"/>
              <a:pPr>
                <a:spcAft>
                  <a:spcPts val="600"/>
                </a:spcAft>
              </a:pPr>
              <a:t>10/23/2025</a:t>
            </a:fld>
            <a:endParaRPr lang="en-US"/>
          </a:p>
        </p:txBody>
      </p:sp>
      <p:sp>
        <p:nvSpPr>
          <p:cNvPr id="6" name="Slide Number Placeholder 5">
            <a:extLst>
              <a:ext uri="{FF2B5EF4-FFF2-40B4-BE49-F238E27FC236}">
                <a16:creationId xmlns:a16="http://schemas.microsoft.com/office/drawing/2014/main" id="{14531749-2FEB-B1E3-E17C-AF5E353C03A4}"/>
              </a:ext>
            </a:extLst>
          </p:cNvPr>
          <p:cNvSpPr>
            <a:spLocks noGrp="1"/>
          </p:cNvSpPr>
          <p:nvPr>
            <p:ph type="sldNum" sz="quarter" idx="12"/>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10</a:t>
            </a:fld>
            <a:endParaRPr lang="en-US"/>
          </a:p>
        </p:txBody>
      </p:sp>
      <p:sp>
        <p:nvSpPr>
          <p:cNvPr id="9" name="Content Placeholder 6">
            <a:extLst>
              <a:ext uri="{FF2B5EF4-FFF2-40B4-BE49-F238E27FC236}">
                <a16:creationId xmlns:a16="http://schemas.microsoft.com/office/drawing/2014/main" id="{340841F7-B85E-AEC6-798A-8651E5BEFBD7}"/>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278212" y="2141126"/>
            <a:ext cx="5099331" cy="4287838"/>
          </a:xfrm>
        </p:spPr>
        <p:txBody>
          <a:bodyPr>
            <a:normAutofit/>
          </a:bodyPr>
          <a:lstStyle/>
          <a:p>
            <a:pPr marL="0" indent="0">
              <a:spcBef>
                <a:spcPts val="2500"/>
              </a:spcBef>
              <a:buFont typeface="Arial" panose="020B0604020202020204" pitchFamily="34" charset="0"/>
              <a:buNone/>
            </a:pPr>
            <a:r>
              <a:rPr lang="en-US" sz="1400" b="1" dirty="0"/>
              <a:t>Cold /Hot</a:t>
            </a:r>
          </a:p>
          <a:p>
            <a:pPr marL="0" lvl="1" indent="0">
              <a:buNone/>
            </a:pPr>
            <a:r>
              <a:rPr lang="en-US" sz="1400" dirty="0"/>
              <a:t>Extreme heat or cold discourages bike rentals due to discomfort and safety concerns.</a:t>
            </a:r>
          </a:p>
          <a:p>
            <a:pPr marL="0" lvl="1" indent="0">
              <a:buFont typeface="Arial" panose="020B0604020202020204" pitchFamily="34" charset="0"/>
              <a:buNone/>
            </a:pPr>
            <a:endParaRPr lang="en-US" sz="1400" b="1" dirty="0"/>
          </a:p>
          <a:p>
            <a:pPr marL="0" lvl="1" indent="0">
              <a:buFont typeface="Arial" panose="020B0604020202020204" pitchFamily="34" charset="0"/>
              <a:buNone/>
            </a:pPr>
            <a:r>
              <a:rPr lang="en-US" sz="1400" b="1" dirty="0"/>
              <a:t>Moderate / Preferred</a:t>
            </a:r>
          </a:p>
          <a:p>
            <a:pPr marL="0" lvl="1" indent="0">
              <a:buNone/>
            </a:pPr>
            <a:r>
              <a:rPr lang="en-US" sz="1400" dirty="0"/>
              <a:t>Moderate temperatures encourage increased bike rentals by providing comfortable riding conditions.</a:t>
            </a:r>
          </a:p>
        </p:txBody>
      </p:sp>
      <p:graphicFrame>
        <p:nvGraphicFramePr>
          <p:cNvPr id="3" name="Chart 2">
            <a:extLst>
              <a:ext uri="{FF2B5EF4-FFF2-40B4-BE49-F238E27FC236}">
                <a16:creationId xmlns:a16="http://schemas.microsoft.com/office/drawing/2014/main" id="{7CC3F238-36E8-4459-AB6D-6EE3EE6B6571}"/>
              </a:ext>
            </a:extLst>
          </p:cNvPr>
          <p:cNvGraphicFramePr>
            <a:graphicFrameLocks/>
          </p:cNvGraphicFramePr>
          <p:nvPr>
            <p:extLst>
              <p:ext uri="{D42A27DB-BD31-4B8C-83A1-F6EECF244321}">
                <p14:modId xmlns:p14="http://schemas.microsoft.com/office/powerpoint/2010/main" val="2678712713"/>
              </p:ext>
            </p:extLst>
          </p:nvPr>
        </p:nvGraphicFramePr>
        <p:xfrm>
          <a:off x="5612423" y="2141126"/>
          <a:ext cx="6579577" cy="373233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14695526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0EBF9-1DAC-68EA-DA17-BF2CCAC4E4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00F9F4-0FDF-B8EF-B9A2-2201A81FF344}"/>
              </a:ext>
            </a:extLst>
          </p:cNvPr>
          <p:cNvSpPr>
            <a:spLocks noGrp="1"/>
          </p:cNvSpPr>
          <p:nvPr>
            <p:ph type="title"/>
          </p:nvPr>
        </p:nvSpPr>
        <p:spPr>
          <a:xfrm>
            <a:off x="305880" y="621342"/>
            <a:ext cx="11253668" cy="1106424"/>
          </a:xfrm>
        </p:spPr>
        <p:txBody>
          <a:bodyPr anchor="b">
            <a:normAutofit/>
          </a:bodyPr>
          <a:lstStyle/>
          <a:p>
            <a:r>
              <a:rPr lang="en-IN" sz="4000" dirty="0"/>
              <a:t>Impact of WINDSPEED</a:t>
            </a:r>
          </a:p>
        </p:txBody>
      </p:sp>
      <p:sp>
        <p:nvSpPr>
          <p:cNvPr id="5" name="Date Placeholder 4">
            <a:extLst>
              <a:ext uri="{FF2B5EF4-FFF2-40B4-BE49-F238E27FC236}">
                <a16:creationId xmlns:a16="http://schemas.microsoft.com/office/drawing/2014/main" id="{686A99F4-714A-E0FD-E3CC-CA5AFA4BD031}"/>
              </a:ext>
            </a:extLst>
          </p:cNvPr>
          <p:cNvSpPr>
            <a:spLocks noGrp="1"/>
          </p:cNvSpPr>
          <p:nvPr>
            <p:ph type="dt" sz="half" idx="10"/>
          </p:nvPr>
        </p:nvSpPr>
        <p:spPr>
          <a:xfrm>
            <a:off x="7680069" y="207982"/>
            <a:ext cx="1921315" cy="413360"/>
          </a:xfrm>
        </p:spPr>
        <p:txBody>
          <a:bodyPr anchor="ctr">
            <a:normAutofit/>
          </a:bodyPr>
          <a:lstStyle/>
          <a:p>
            <a:pPr>
              <a:spcAft>
                <a:spcPts val="600"/>
              </a:spcAft>
            </a:pPr>
            <a:fld id="{20D15516-589F-487D-BF51-9635DCEA90D5}" type="datetime1">
              <a:rPr lang="en-US" smtClean="0"/>
              <a:pPr>
                <a:spcAft>
                  <a:spcPts val="600"/>
                </a:spcAft>
              </a:pPr>
              <a:t>10/23/2025</a:t>
            </a:fld>
            <a:endParaRPr lang="en-US"/>
          </a:p>
        </p:txBody>
      </p:sp>
      <p:sp>
        <p:nvSpPr>
          <p:cNvPr id="6" name="Slide Number Placeholder 5">
            <a:extLst>
              <a:ext uri="{FF2B5EF4-FFF2-40B4-BE49-F238E27FC236}">
                <a16:creationId xmlns:a16="http://schemas.microsoft.com/office/drawing/2014/main" id="{9D3529B5-EA0B-42EE-F74B-3FAD11919FAE}"/>
              </a:ext>
            </a:extLst>
          </p:cNvPr>
          <p:cNvSpPr>
            <a:spLocks noGrp="1"/>
          </p:cNvSpPr>
          <p:nvPr>
            <p:ph type="sldNum" sz="quarter" idx="12"/>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11</a:t>
            </a:fld>
            <a:endParaRPr lang="en-US"/>
          </a:p>
        </p:txBody>
      </p:sp>
      <p:sp>
        <p:nvSpPr>
          <p:cNvPr id="9" name="Content Placeholder 6">
            <a:extLst>
              <a:ext uri="{FF2B5EF4-FFF2-40B4-BE49-F238E27FC236}">
                <a16:creationId xmlns:a16="http://schemas.microsoft.com/office/drawing/2014/main" id="{434EFC15-AB67-1EED-4BC4-C355711EB6AB}"/>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278212" y="2141126"/>
            <a:ext cx="5099331" cy="4287838"/>
          </a:xfrm>
        </p:spPr>
        <p:txBody>
          <a:bodyPr>
            <a:normAutofit/>
          </a:bodyPr>
          <a:lstStyle/>
          <a:p>
            <a:pPr marL="0" indent="0">
              <a:spcBef>
                <a:spcPts val="2500"/>
              </a:spcBef>
              <a:buNone/>
            </a:pPr>
            <a:r>
              <a:rPr lang="en-US" sz="1400" b="1" dirty="0"/>
              <a:t>Strong Wind Challenges</a:t>
            </a:r>
          </a:p>
          <a:p>
            <a:pPr marL="0" lvl="1" indent="0">
              <a:buNone/>
            </a:pPr>
            <a:r>
              <a:rPr lang="en-US" sz="1400" dirty="0"/>
              <a:t>Strong winds create safety risks and discomfort, leading to reduced bike rentals during windy weather.</a:t>
            </a:r>
          </a:p>
          <a:p>
            <a:pPr marL="0" lvl="1" indent="0">
              <a:buFont typeface="Arial" panose="020B0604020202020204" pitchFamily="34" charset="0"/>
              <a:buNone/>
            </a:pPr>
            <a:endParaRPr lang="en-US" sz="1400" b="1" dirty="0"/>
          </a:p>
          <a:p>
            <a:pPr marL="0" indent="0">
              <a:spcBef>
                <a:spcPts val="2500"/>
              </a:spcBef>
              <a:buNone/>
            </a:pPr>
            <a:r>
              <a:rPr lang="en-US" sz="1400" b="1" dirty="0"/>
              <a:t>Light Breeze Benefits</a:t>
            </a:r>
          </a:p>
          <a:p>
            <a:pPr marL="0" lvl="1" indent="0">
              <a:buNone/>
            </a:pPr>
            <a:r>
              <a:rPr lang="en-US" sz="1400" dirty="0"/>
              <a:t>Light breezes have little negative effect and can improve rider comfort during cycling activities.</a:t>
            </a:r>
          </a:p>
        </p:txBody>
      </p:sp>
      <p:graphicFrame>
        <p:nvGraphicFramePr>
          <p:cNvPr id="3" name="Chart 2">
            <a:extLst>
              <a:ext uri="{FF2B5EF4-FFF2-40B4-BE49-F238E27FC236}">
                <a16:creationId xmlns:a16="http://schemas.microsoft.com/office/drawing/2014/main" id="{9A3F1682-541D-E006-D2FF-60571A6E2BE4}"/>
              </a:ext>
            </a:extLst>
          </p:cNvPr>
          <p:cNvGraphicFramePr>
            <a:graphicFrameLocks/>
          </p:cNvGraphicFramePr>
          <p:nvPr/>
        </p:nvGraphicFramePr>
        <p:xfrm>
          <a:off x="5612423" y="2141126"/>
          <a:ext cx="6579577" cy="373233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57218529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CA5DC-F47A-F7CD-B3A1-CBA2ADF1F7F5}"/>
              </a:ext>
            </a:extLst>
          </p:cNvPr>
          <p:cNvSpPr>
            <a:spLocks noGrp="1"/>
          </p:cNvSpPr>
          <p:nvPr>
            <p:ph type="title"/>
          </p:nvPr>
        </p:nvSpPr>
        <p:spPr>
          <a:xfrm>
            <a:off x="320559" y="832104"/>
            <a:ext cx="11253668" cy="1225296"/>
          </a:xfrm>
        </p:spPr>
        <p:txBody>
          <a:bodyPr anchor="b">
            <a:normAutofit/>
          </a:bodyPr>
          <a:lstStyle/>
          <a:p>
            <a:r>
              <a:rPr lang="en-IN" sz="4000" dirty="0"/>
              <a:t>Conclusion</a:t>
            </a:r>
          </a:p>
        </p:txBody>
      </p:sp>
      <p:sp>
        <p:nvSpPr>
          <p:cNvPr id="5" name="Date Placeholder 4">
            <a:extLst>
              <a:ext uri="{FF2B5EF4-FFF2-40B4-BE49-F238E27FC236}">
                <a16:creationId xmlns:a16="http://schemas.microsoft.com/office/drawing/2014/main" id="{9D9F62CE-FBC9-22BD-0FA3-85646D8C724E}"/>
              </a:ext>
            </a:extLst>
          </p:cNvPr>
          <p:cNvSpPr>
            <a:spLocks noGrp="1"/>
          </p:cNvSpPr>
          <p:nvPr>
            <p:ph type="dt" sz="half" idx="10"/>
          </p:nvPr>
        </p:nvSpPr>
        <p:spPr>
          <a:xfrm>
            <a:off x="7568891" y="6263640"/>
            <a:ext cx="1933553" cy="411480"/>
          </a:xfrm>
        </p:spPr>
        <p:txBody>
          <a:bodyPr anchor="ctr">
            <a:normAutofit/>
          </a:bodyPr>
          <a:lstStyle/>
          <a:p>
            <a:pPr>
              <a:spcAft>
                <a:spcPts val="600"/>
              </a:spcAft>
            </a:pPr>
            <a:fld id="{20D15516-589F-487D-BF51-9635DCEA90D5}" type="datetime1">
              <a:rPr lang="en-US" smtClean="0"/>
              <a:pPr>
                <a:spcAft>
                  <a:spcPts val="600"/>
                </a:spcAft>
              </a:pPr>
              <a:t>10/23/2025</a:t>
            </a:fld>
            <a:endParaRPr lang="en-US"/>
          </a:p>
        </p:txBody>
      </p:sp>
      <p:sp>
        <p:nvSpPr>
          <p:cNvPr id="6" name="Slide Number Placeholder 5">
            <a:extLst>
              <a:ext uri="{FF2B5EF4-FFF2-40B4-BE49-F238E27FC236}">
                <a16:creationId xmlns:a16="http://schemas.microsoft.com/office/drawing/2014/main" id="{F7B2BB98-3F6E-8AB1-81C2-55859AC2F35F}"/>
              </a:ext>
            </a:extLst>
          </p:cNvPr>
          <p:cNvSpPr>
            <a:spLocks noGrp="1"/>
          </p:cNvSpPr>
          <p:nvPr>
            <p:ph type="sldNum" sz="quarter" idx="12"/>
          </p:nvPr>
        </p:nvSpPr>
        <p:spPr>
          <a:xfrm>
            <a:off x="11288870" y="6263640"/>
            <a:ext cx="546447" cy="413360"/>
          </a:xfrm>
        </p:spPr>
        <p:txBody>
          <a:bodyPr anchor="ctr">
            <a:normAutofit/>
          </a:bodyPr>
          <a:lstStyle/>
          <a:p>
            <a:pPr>
              <a:spcAft>
                <a:spcPts val="600"/>
              </a:spcAft>
            </a:pPr>
            <a:fld id="{753D0FD4-819D-4187-8797-C35567B41C78}" type="slidenum">
              <a:rPr lang="en-US" smtClean="0"/>
              <a:pPr>
                <a:spcAft>
                  <a:spcPts val="600"/>
                </a:spcAft>
              </a:pPr>
              <a:t>12</a:t>
            </a:fld>
            <a:endParaRPr lang="en-US"/>
          </a:p>
        </p:txBody>
      </p:sp>
      <p:graphicFrame>
        <p:nvGraphicFramePr>
          <p:cNvPr id="10" name="Content Placeholder 2">
            <a:extLst>
              <a:ext uri="{FF2B5EF4-FFF2-40B4-BE49-F238E27FC236}">
                <a16:creationId xmlns:a16="http://schemas.microsoft.com/office/drawing/2014/main" id="{1988B4B7-A633-3E4B-3F96-1B14B8196901}"/>
              </a:ext>
            </a:extLst>
          </p:cNvPr>
          <p:cNvGraphicFramePr>
            <a:graphicFrameLocks noGrp="1"/>
          </p:cNvGraphicFramePr>
          <p:nvPr>
            <p:ph idx="1"/>
            <p:extLst>
              <p:ext uri="{D42A27DB-BD31-4B8C-83A1-F6EECF244321}">
                <p14:modId xmlns:p14="http://schemas.microsoft.com/office/powerpoint/2010/main" val="873069840"/>
              </p:ex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320557" y="3429001"/>
          <a:ext cx="11253669" cy="277354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0818971"/>
      </p:ext>
    </p:extLst>
  </p:cSld>
  <p:clrMapOvr>
    <a:masterClrMapping/>
  </p:clrMapOvr>
  <p:transition>
    <p:fade/>
  </p:transition>
</p:sld>
</file>

<file path=ppt/theme/theme1.xml><?xml version="1.0" encoding="utf-8"?>
<a:theme xmlns:a="http://schemas.openxmlformats.org/drawingml/2006/main" name="Editorial">
  <a:themeElements>
    <a:clrScheme name="Editorial">
      <a:dk1>
        <a:sysClr val="windowText" lastClr="000000"/>
      </a:dk1>
      <a:lt1>
        <a:sysClr val="window" lastClr="FFFFFF"/>
      </a:lt1>
      <a:dk2>
        <a:srgbClr val="171717"/>
      </a:dk2>
      <a:lt2>
        <a:srgbClr val="F7F6F3"/>
      </a:lt2>
      <a:accent1>
        <a:srgbClr val="C8350F"/>
      </a:accent1>
      <a:accent2>
        <a:srgbClr val="B6A992"/>
      </a:accent2>
      <a:accent3>
        <a:srgbClr val="D59A6D"/>
      </a:accent3>
      <a:accent4>
        <a:srgbClr val="C7793D"/>
      </a:accent4>
      <a:accent5>
        <a:srgbClr val="DB8464"/>
      </a:accent5>
      <a:accent6>
        <a:srgbClr val="3F7699"/>
      </a:accent6>
      <a:hlink>
        <a:srgbClr val="C8350F"/>
      </a:hlink>
      <a:folHlink>
        <a:srgbClr val="DB8464"/>
      </a:folHlink>
    </a:clrScheme>
    <a:fontScheme name="Custom 22">
      <a:majorFont>
        <a:latin typeface="Haettenschweiler"/>
        <a:ea typeface=""/>
        <a:cs typeface=""/>
      </a:majorFont>
      <a:minorFont>
        <a:latin typeface="Trade Gothic Nex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Editorial" id="{A923440E-1285-45C1-B66B-8630BD70D041}" vid="{F02A544F-3BB0-402C-9DE1-17A1995AA5F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139</TotalTime>
  <Words>885</Words>
  <Application>Microsoft Office PowerPoint</Application>
  <PresentationFormat>Widescreen</PresentationFormat>
  <Paragraphs>124</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Arial</vt:lpstr>
      <vt:lpstr>Haettenschweiler</vt:lpstr>
      <vt:lpstr>Trade Gothic Next Light</vt:lpstr>
      <vt:lpstr>Editorial</vt:lpstr>
      <vt:lpstr>Bike Sharing/RENTAL Demand Analysis</vt:lpstr>
      <vt:lpstr>Agenda Overview</vt:lpstr>
      <vt:lpstr>Factors Influencing Bike Rental Decisions</vt:lpstr>
      <vt:lpstr>Problem Statement</vt:lpstr>
      <vt:lpstr>Analysis</vt:lpstr>
      <vt:lpstr>Effect of Weather Situation</vt:lpstr>
      <vt:lpstr>Effect of Week And Day</vt:lpstr>
      <vt:lpstr>Effect of Hourly trend</vt:lpstr>
      <vt:lpstr>Impact of Humidity</vt:lpstr>
      <vt:lpstr>Impact of Temperature</vt:lpstr>
      <vt:lpstr>Impact of WINDSPEED</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Subhash Sahoo</dc:creator>
  <cp:lastModifiedBy>Subhash Sahoo</cp:lastModifiedBy>
  <cp:revision>2</cp:revision>
  <dcterms:created xsi:type="dcterms:W3CDTF">2025-10-23T15:42:12Z</dcterms:created>
  <dcterms:modified xsi:type="dcterms:W3CDTF">2025-10-23T18:01:29Z</dcterms:modified>
</cp:coreProperties>
</file>